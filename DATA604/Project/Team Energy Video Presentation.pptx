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FBB031"/>
    <a:srgbClr val="E32726"/>
    <a:srgbClr val="D60057"/>
    <a:srgbClr val="8B857B"/>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7D6758-E00D-441F-8B1D-675252661ABA}" v="5" dt="2025-03-25T21:10:36.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13"/>
    <p:restoredTop sz="94658"/>
  </p:normalViewPr>
  <p:slideViewPr>
    <p:cSldViewPr snapToGrid="0" snapToObjects="1" showGuides="1">
      <p:cViewPr varScale="1">
        <p:scale>
          <a:sx n="79" d="100"/>
          <a:sy n="79" d="100"/>
        </p:scale>
        <p:origin x="1162" y="72"/>
      </p:cViewPr>
      <p:guideLst>
        <p:guide orient="horz" pos="411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tham Nagaraj" userId="42582a7dfd2e08c3" providerId="LiveId" clId="{867D6758-E00D-441F-8B1D-675252661ABA}"/>
    <pc:docChg chg="custSel modSld">
      <pc:chgData name="Gautham Nagaraj" userId="42582a7dfd2e08c3" providerId="LiveId" clId="{867D6758-E00D-441F-8B1D-675252661ABA}" dt="2025-03-25T21:15:02.199" v="307" actId="14100"/>
      <pc:docMkLst>
        <pc:docMk/>
      </pc:docMkLst>
      <pc:sldChg chg="modSp mod">
        <pc:chgData name="Gautham Nagaraj" userId="42582a7dfd2e08c3" providerId="LiveId" clId="{867D6758-E00D-441F-8B1D-675252661ABA}" dt="2025-03-25T20:48:26.273" v="0" actId="207"/>
        <pc:sldMkLst>
          <pc:docMk/>
          <pc:sldMk cId="443483967" sldId="258"/>
        </pc:sldMkLst>
        <pc:spChg chg="mod">
          <ac:chgData name="Gautham Nagaraj" userId="42582a7dfd2e08c3" providerId="LiveId" clId="{867D6758-E00D-441F-8B1D-675252661ABA}" dt="2025-03-25T20:48:26.273" v="0" actId="207"/>
          <ac:spMkLst>
            <pc:docMk/>
            <pc:sldMk cId="443483967" sldId="258"/>
            <ac:spMk id="3" creationId="{2C3485C5-5A29-46EE-605E-6B2194CEA6D7}"/>
          </ac:spMkLst>
        </pc:spChg>
      </pc:sldChg>
      <pc:sldChg chg="addSp delSp modSp mod">
        <pc:chgData name="Gautham Nagaraj" userId="42582a7dfd2e08c3" providerId="LiveId" clId="{867D6758-E00D-441F-8B1D-675252661ABA}" dt="2025-03-25T21:07:56.177" v="59" actId="20577"/>
        <pc:sldMkLst>
          <pc:docMk/>
          <pc:sldMk cId="2990006344" sldId="262"/>
        </pc:sldMkLst>
        <pc:spChg chg="mod">
          <ac:chgData name="Gautham Nagaraj" userId="42582a7dfd2e08c3" providerId="LiveId" clId="{867D6758-E00D-441F-8B1D-675252661ABA}" dt="2025-03-25T21:07:56.177" v="59" actId="20577"/>
          <ac:spMkLst>
            <pc:docMk/>
            <pc:sldMk cId="2990006344" sldId="262"/>
            <ac:spMk id="3" creationId="{F703D7B7-61CF-4E04-321E-7E750ADD5AC6}"/>
          </ac:spMkLst>
        </pc:spChg>
        <pc:graphicFrameChg chg="del">
          <ac:chgData name="Gautham Nagaraj" userId="42582a7dfd2e08c3" providerId="LiveId" clId="{867D6758-E00D-441F-8B1D-675252661ABA}" dt="2025-03-25T21:05:41.712" v="50" actId="478"/>
          <ac:graphicFrameMkLst>
            <pc:docMk/>
            <pc:sldMk cId="2990006344" sldId="262"/>
            <ac:graphicFrameMk id="9" creationId="{C0C7DB0C-8FF1-2E17-AEE4-8554B0779D6C}"/>
          </ac:graphicFrameMkLst>
        </pc:graphicFrameChg>
        <pc:picChg chg="add mod">
          <ac:chgData name="Gautham Nagaraj" userId="42582a7dfd2e08c3" providerId="LiveId" clId="{867D6758-E00D-441F-8B1D-675252661ABA}" dt="2025-03-25T21:05:47.430" v="52" actId="14100"/>
          <ac:picMkLst>
            <pc:docMk/>
            <pc:sldMk cId="2990006344" sldId="262"/>
            <ac:picMk id="5" creationId="{A11FA293-6C58-A6C9-9C0E-EFDD9A2AE410}"/>
          </ac:picMkLst>
        </pc:picChg>
        <pc:picChg chg="add mod">
          <ac:chgData name="Gautham Nagaraj" userId="42582a7dfd2e08c3" providerId="LiveId" clId="{867D6758-E00D-441F-8B1D-675252661ABA}" dt="2025-03-25T21:07:39.833" v="56" actId="1076"/>
          <ac:picMkLst>
            <pc:docMk/>
            <pc:sldMk cId="2990006344" sldId="262"/>
            <ac:picMk id="7" creationId="{9F202C17-CA81-9901-42FE-FFF1A8A449CD}"/>
          </ac:picMkLst>
        </pc:picChg>
      </pc:sldChg>
      <pc:sldChg chg="addSp modSp mod">
        <pc:chgData name="Gautham Nagaraj" userId="42582a7dfd2e08c3" providerId="LiveId" clId="{867D6758-E00D-441F-8B1D-675252661ABA}" dt="2025-03-25T21:09:17.567" v="79" actId="20577"/>
        <pc:sldMkLst>
          <pc:docMk/>
          <pc:sldMk cId="300444134" sldId="263"/>
        </pc:sldMkLst>
        <pc:spChg chg="mod">
          <ac:chgData name="Gautham Nagaraj" userId="42582a7dfd2e08c3" providerId="LiveId" clId="{867D6758-E00D-441F-8B1D-675252661ABA}" dt="2025-03-25T21:09:17.567" v="79" actId="20577"/>
          <ac:spMkLst>
            <pc:docMk/>
            <pc:sldMk cId="300444134" sldId="263"/>
            <ac:spMk id="3" creationId="{DA5CC814-B9B7-CAF1-D217-814886060297}"/>
          </ac:spMkLst>
        </pc:spChg>
        <pc:picChg chg="add mod">
          <ac:chgData name="Gautham Nagaraj" userId="42582a7dfd2e08c3" providerId="LiveId" clId="{867D6758-E00D-441F-8B1D-675252661ABA}" dt="2025-03-25T21:04:15.237" v="41" actId="1076"/>
          <ac:picMkLst>
            <pc:docMk/>
            <pc:sldMk cId="300444134" sldId="263"/>
            <ac:picMk id="5" creationId="{8AFCF6B0-0FCB-6739-E346-BB537C9407DB}"/>
          </ac:picMkLst>
        </pc:picChg>
        <pc:picChg chg="add mod">
          <ac:chgData name="Gautham Nagaraj" userId="42582a7dfd2e08c3" providerId="LiveId" clId="{867D6758-E00D-441F-8B1D-675252661ABA}" dt="2025-03-25T21:04:18.442" v="42" actId="1076"/>
          <ac:picMkLst>
            <pc:docMk/>
            <pc:sldMk cId="300444134" sldId="263"/>
            <ac:picMk id="7" creationId="{59B6CF66-00AB-911F-6F8B-211212863EBC}"/>
          </ac:picMkLst>
        </pc:picChg>
        <pc:picChg chg="add mod">
          <ac:chgData name="Gautham Nagaraj" userId="42582a7dfd2e08c3" providerId="LiveId" clId="{867D6758-E00D-441F-8B1D-675252661ABA}" dt="2025-03-25T21:04:22.327" v="43" actId="1076"/>
          <ac:picMkLst>
            <pc:docMk/>
            <pc:sldMk cId="300444134" sldId="263"/>
            <ac:picMk id="9" creationId="{D2F88250-620C-96D1-8862-8E98825FE62C}"/>
          </ac:picMkLst>
        </pc:picChg>
        <pc:picChg chg="add mod">
          <ac:chgData name="Gautham Nagaraj" userId="42582a7dfd2e08c3" providerId="LiveId" clId="{867D6758-E00D-441F-8B1D-675252661ABA}" dt="2025-03-25T21:05:07.925" v="45" actId="1076"/>
          <ac:picMkLst>
            <pc:docMk/>
            <pc:sldMk cId="300444134" sldId="263"/>
            <ac:picMk id="11" creationId="{251C15EC-B87D-3C04-7BC6-7BB468F67190}"/>
          </ac:picMkLst>
        </pc:picChg>
      </pc:sldChg>
      <pc:sldChg chg="addSp delSp modSp mod">
        <pc:chgData name="Gautham Nagaraj" userId="42582a7dfd2e08c3" providerId="LiveId" clId="{867D6758-E00D-441F-8B1D-675252661ABA}" dt="2025-03-25T21:15:02.199" v="307" actId="14100"/>
        <pc:sldMkLst>
          <pc:docMk/>
          <pc:sldMk cId="1620598711" sldId="264"/>
        </pc:sldMkLst>
        <pc:spChg chg="del">
          <ac:chgData name="Gautham Nagaraj" userId="42582a7dfd2e08c3" providerId="LiveId" clId="{867D6758-E00D-441F-8B1D-675252661ABA}" dt="2025-03-25T21:04:10.635" v="40" actId="21"/>
          <ac:spMkLst>
            <pc:docMk/>
            <pc:sldMk cId="1620598711" sldId="264"/>
            <ac:spMk id="2" creationId="{FB394AE1-D130-1B22-2B22-606B01457157}"/>
          </ac:spMkLst>
        </pc:spChg>
        <pc:spChg chg="mod">
          <ac:chgData name="Gautham Nagaraj" userId="42582a7dfd2e08c3" providerId="LiveId" clId="{867D6758-E00D-441F-8B1D-675252661ABA}" dt="2025-03-25T21:14:56.256" v="306" actId="20577"/>
          <ac:spMkLst>
            <pc:docMk/>
            <pc:sldMk cId="1620598711" sldId="264"/>
            <ac:spMk id="3" creationId="{4A499FD7-70C6-AA1D-B99C-FA2E6159665F}"/>
          </ac:spMkLst>
        </pc:spChg>
        <pc:picChg chg="add mod">
          <ac:chgData name="Gautham Nagaraj" userId="42582a7dfd2e08c3" providerId="LiveId" clId="{867D6758-E00D-441F-8B1D-675252661ABA}" dt="2025-03-25T21:15:02.199" v="307" actId="14100"/>
          <ac:picMkLst>
            <pc:docMk/>
            <pc:sldMk cId="1620598711" sldId="264"/>
            <ac:picMk id="6" creationId="{5E1DA897-0E64-79AE-A234-36E17FD9E8D7}"/>
          </ac:picMkLst>
        </pc:picChg>
        <pc:picChg chg="add mod">
          <ac:chgData name="Gautham Nagaraj" userId="42582a7dfd2e08c3" providerId="LiveId" clId="{867D6758-E00D-441F-8B1D-675252661ABA}" dt="2025-03-25T21:11:27.607" v="94" actId="1076"/>
          <ac:picMkLst>
            <pc:docMk/>
            <pc:sldMk cId="1620598711" sldId="264"/>
            <ac:picMk id="8" creationId="{FD19E575-71D7-1B08-1ADC-D9FE148681B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A694BF-E31B-4194-8173-C73AFFB10EF0}"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IN"/>
        </a:p>
      </dgm:t>
    </dgm:pt>
    <dgm:pt modelId="{96BBCA28-5276-4D61-AF8B-BC9EFFBBF63D}">
      <dgm:prSet phldrT="[Text]"/>
      <dgm:spPr/>
      <dgm:t>
        <a:bodyPr/>
        <a:lstStyle/>
        <a:p>
          <a:r>
            <a:rPr lang="en-US" dirty="0"/>
            <a:t>Price</a:t>
          </a:r>
          <a:endParaRPr lang="en-IN" dirty="0"/>
        </a:p>
      </dgm:t>
    </dgm:pt>
    <dgm:pt modelId="{F11A2EA6-1902-4B15-906A-E041FAAE7F8C}" type="parTrans" cxnId="{F3FEFC88-284E-422D-A3D4-D5E15CB0070F}">
      <dgm:prSet/>
      <dgm:spPr/>
      <dgm:t>
        <a:bodyPr/>
        <a:lstStyle/>
        <a:p>
          <a:endParaRPr lang="en-IN"/>
        </a:p>
      </dgm:t>
    </dgm:pt>
    <dgm:pt modelId="{754B0487-1229-4D2F-9750-F4C3AA88EB5B}" type="sibTrans" cxnId="{F3FEFC88-284E-422D-A3D4-D5E15CB0070F}">
      <dgm:prSet/>
      <dgm:spPr/>
      <dgm:t>
        <a:bodyPr/>
        <a:lstStyle/>
        <a:p>
          <a:endParaRPr lang="en-IN"/>
        </a:p>
      </dgm:t>
    </dgm:pt>
    <dgm:pt modelId="{03EC52A1-CA8B-48F9-A349-D3FFD6845494}">
      <dgm:prSet phldrT="[Text]"/>
      <dgm:spPr/>
      <dgm:t>
        <a:bodyPr/>
        <a:lstStyle/>
        <a:p>
          <a:r>
            <a:rPr lang="en-US" dirty="0"/>
            <a:t>Demand</a:t>
          </a:r>
          <a:endParaRPr lang="en-IN" dirty="0"/>
        </a:p>
      </dgm:t>
    </dgm:pt>
    <dgm:pt modelId="{D7A36E3A-B9A8-463B-A850-7E05233330AE}" type="parTrans" cxnId="{4BAC8326-47C5-45BB-8F13-1FEA39198D26}">
      <dgm:prSet/>
      <dgm:spPr/>
      <dgm:t>
        <a:bodyPr/>
        <a:lstStyle/>
        <a:p>
          <a:endParaRPr lang="en-IN"/>
        </a:p>
      </dgm:t>
    </dgm:pt>
    <dgm:pt modelId="{AC305EBF-AA98-4C4D-A4F1-4CEA4D72DC82}" type="sibTrans" cxnId="{4BAC8326-47C5-45BB-8F13-1FEA39198D26}">
      <dgm:prSet/>
      <dgm:spPr/>
      <dgm:t>
        <a:bodyPr/>
        <a:lstStyle/>
        <a:p>
          <a:endParaRPr lang="en-IN"/>
        </a:p>
      </dgm:t>
    </dgm:pt>
    <dgm:pt modelId="{50EF196C-85E1-435C-A6CA-E3A52D27105F}">
      <dgm:prSet phldrT="[Text]"/>
      <dgm:spPr/>
      <dgm:t>
        <a:bodyPr/>
        <a:lstStyle/>
        <a:p>
          <a:r>
            <a:rPr lang="en-US" dirty="0"/>
            <a:t>Temperature</a:t>
          </a:r>
          <a:endParaRPr lang="en-IN" dirty="0"/>
        </a:p>
      </dgm:t>
    </dgm:pt>
    <dgm:pt modelId="{26AA57B9-097B-47DD-8A75-EFC05257DD8B}" type="parTrans" cxnId="{B546B745-DB6D-4B1B-A2FC-387C391FC92A}">
      <dgm:prSet/>
      <dgm:spPr/>
      <dgm:t>
        <a:bodyPr/>
        <a:lstStyle/>
        <a:p>
          <a:endParaRPr lang="en-IN"/>
        </a:p>
      </dgm:t>
    </dgm:pt>
    <dgm:pt modelId="{091A238E-0C72-4A3E-B68E-C857C2A4C94F}" type="sibTrans" cxnId="{B546B745-DB6D-4B1B-A2FC-387C391FC92A}">
      <dgm:prSet/>
      <dgm:spPr/>
      <dgm:t>
        <a:bodyPr/>
        <a:lstStyle/>
        <a:p>
          <a:endParaRPr lang="en-IN"/>
        </a:p>
      </dgm:t>
    </dgm:pt>
    <dgm:pt modelId="{20BA2C77-C309-4B7E-9ACA-6C7C31E28F86}">
      <dgm:prSet phldrT="[Text]"/>
      <dgm:spPr/>
      <dgm:t>
        <a:bodyPr/>
        <a:lstStyle/>
        <a:p>
          <a:r>
            <a:rPr lang="en-US" dirty="0"/>
            <a:t>Gas Price</a:t>
          </a:r>
          <a:endParaRPr lang="en-IN" dirty="0"/>
        </a:p>
      </dgm:t>
    </dgm:pt>
    <dgm:pt modelId="{CDED4B29-0C6A-4120-981F-E0EBB120CBBB}" type="parTrans" cxnId="{21889F50-F553-4F79-9AAF-13617B49CA05}">
      <dgm:prSet/>
      <dgm:spPr/>
      <dgm:t>
        <a:bodyPr/>
        <a:lstStyle/>
        <a:p>
          <a:endParaRPr lang="en-IN"/>
        </a:p>
      </dgm:t>
    </dgm:pt>
    <dgm:pt modelId="{9D5B5FEA-B14B-4BEC-8437-2874B7B7BC56}" type="sibTrans" cxnId="{21889F50-F553-4F79-9AAF-13617B49CA05}">
      <dgm:prSet/>
      <dgm:spPr/>
      <dgm:t>
        <a:bodyPr/>
        <a:lstStyle/>
        <a:p>
          <a:endParaRPr lang="en-IN"/>
        </a:p>
      </dgm:t>
    </dgm:pt>
    <dgm:pt modelId="{B307D585-AD02-4431-89ED-E3C2783794C1}">
      <dgm:prSet/>
      <dgm:spPr/>
      <dgm:t>
        <a:bodyPr/>
        <a:lstStyle/>
        <a:p>
          <a:r>
            <a:rPr lang="en-US" dirty="0"/>
            <a:t>Generation</a:t>
          </a:r>
          <a:endParaRPr lang="en-IN" dirty="0"/>
        </a:p>
      </dgm:t>
    </dgm:pt>
    <dgm:pt modelId="{C9733C47-05D5-4AFD-9D0F-6FDD1F3F84A4}" type="parTrans" cxnId="{7674BA46-45B8-469D-83EB-E5B5721C8CA5}">
      <dgm:prSet/>
      <dgm:spPr/>
      <dgm:t>
        <a:bodyPr/>
        <a:lstStyle/>
        <a:p>
          <a:endParaRPr lang="en-IN"/>
        </a:p>
      </dgm:t>
    </dgm:pt>
    <dgm:pt modelId="{227BF6EC-9DD9-4097-98C7-919360F8E26D}" type="sibTrans" cxnId="{7674BA46-45B8-469D-83EB-E5B5721C8CA5}">
      <dgm:prSet/>
      <dgm:spPr/>
      <dgm:t>
        <a:bodyPr/>
        <a:lstStyle/>
        <a:p>
          <a:endParaRPr lang="en-IN"/>
        </a:p>
      </dgm:t>
    </dgm:pt>
    <dgm:pt modelId="{3E73CF93-6E0B-48EA-80C9-DDDA08E3AF3D}" type="pres">
      <dgm:prSet presAssocID="{09A694BF-E31B-4194-8173-C73AFFB10EF0}" presName="cycle" presStyleCnt="0">
        <dgm:presLayoutVars>
          <dgm:chMax val="1"/>
          <dgm:dir/>
          <dgm:animLvl val="ctr"/>
          <dgm:resizeHandles val="exact"/>
        </dgm:presLayoutVars>
      </dgm:prSet>
      <dgm:spPr/>
    </dgm:pt>
    <dgm:pt modelId="{2CBC1EEB-8FBE-4124-8B1F-DACA857EE920}" type="pres">
      <dgm:prSet presAssocID="{96BBCA28-5276-4D61-AF8B-BC9EFFBBF63D}" presName="centerShape" presStyleLbl="node0" presStyleIdx="0" presStyleCnt="1"/>
      <dgm:spPr/>
    </dgm:pt>
    <dgm:pt modelId="{9CC0EA03-7B6E-45FA-9656-1879014DA86F}" type="pres">
      <dgm:prSet presAssocID="{D7A36E3A-B9A8-463B-A850-7E05233330AE}" presName="parTrans" presStyleLbl="bgSibTrans2D1" presStyleIdx="0" presStyleCnt="4"/>
      <dgm:spPr/>
    </dgm:pt>
    <dgm:pt modelId="{DB25EE0D-FB1A-4820-A84F-7BA0DCF701A8}" type="pres">
      <dgm:prSet presAssocID="{03EC52A1-CA8B-48F9-A349-D3FFD6845494}" presName="node" presStyleLbl="node1" presStyleIdx="0" presStyleCnt="4">
        <dgm:presLayoutVars>
          <dgm:bulletEnabled val="1"/>
        </dgm:presLayoutVars>
      </dgm:prSet>
      <dgm:spPr/>
    </dgm:pt>
    <dgm:pt modelId="{C033710C-FBA9-4612-A979-DBBFD2FDAF48}" type="pres">
      <dgm:prSet presAssocID="{26AA57B9-097B-47DD-8A75-EFC05257DD8B}" presName="parTrans" presStyleLbl="bgSibTrans2D1" presStyleIdx="1" presStyleCnt="4"/>
      <dgm:spPr/>
    </dgm:pt>
    <dgm:pt modelId="{A6150D1F-5B97-42C3-91CE-D898E60FE0BB}" type="pres">
      <dgm:prSet presAssocID="{50EF196C-85E1-435C-A6CA-E3A52D27105F}" presName="node" presStyleLbl="node1" presStyleIdx="1" presStyleCnt="4">
        <dgm:presLayoutVars>
          <dgm:bulletEnabled val="1"/>
        </dgm:presLayoutVars>
      </dgm:prSet>
      <dgm:spPr/>
    </dgm:pt>
    <dgm:pt modelId="{9DFCF696-075F-445B-B3E5-C48E6DB8894D}" type="pres">
      <dgm:prSet presAssocID="{CDED4B29-0C6A-4120-981F-E0EBB120CBBB}" presName="parTrans" presStyleLbl="bgSibTrans2D1" presStyleIdx="2" presStyleCnt="4"/>
      <dgm:spPr/>
    </dgm:pt>
    <dgm:pt modelId="{996C32D0-FF0E-45B5-9D6F-67FC5F79E0E0}" type="pres">
      <dgm:prSet presAssocID="{20BA2C77-C309-4B7E-9ACA-6C7C31E28F86}" presName="node" presStyleLbl="node1" presStyleIdx="2" presStyleCnt="4">
        <dgm:presLayoutVars>
          <dgm:bulletEnabled val="1"/>
        </dgm:presLayoutVars>
      </dgm:prSet>
      <dgm:spPr/>
    </dgm:pt>
    <dgm:pt modelId="{7916A645-8AF9-4A21-8463-950CB0F8B5DA}" type="pres">
      <dgm:prSet presAssocID="{C9733C47-05D5-4AFD-9D0F-6FDD1F3F84A4}" presName="parTrans" presStyleLbl="bgSibTrans2D1" presStyleIdx="3" presStyleCnt="4"/>
      <dgm:spPr/>
    </dgm:pt>
    <dgm:pt modelId="{7586EB83-09FF-4C94-BC12-29CF77DDC1AA}" type="pres">
      <dgm:prSet presAssocID="{B307D585-AD02-4431-89ED-E3C2783794C1}" presName="node" presStyleLbl="node1" presStyleIdx="3" presStyleCnt="4">
        <dgm:presLayoutVars>
          <dgm:bulletEnabled val="1"/>
        </dgm:presLayoutVars>
      </dgm:prSet>
      <dgm:spPr/>
    </dgm:pt>
  </dgm:ptLst>
  <dgm:cxnLst>
    <dgm:cxn modelId="{5DAD4B08-ED50-458E-957F-B8F9EB1C3769}" type="presOf" srcId="{26AA57B9-097B-47DD-8A75-EFC05257DD8B}" destId="{C033710C-FBA9-4612-A979-DBBFD2FDAF48}" srcOrd="0" destOrd="0" presId="urn:microsoft.com/office/officeart/2005/8/layout/radial4"/>
    <dgm:cxn modelId="{4BAC8326-47C5-45BB-8F13-1FEA39198D26}" srcId="{96BBCA28-5276-4D61-AF8B-BC9EFFBBF63D}" destId="{03EC52A1-CA8B-48F9-A349-D3FFD6845494}" srcOrd="0" destOrd="0" parTransId="{D7A36E3A-B9A8-463B-A850-7E05233330AE}" sibTransId="{AC305EBF-AA98-4C4D-A4F1-4CEA4D72DC82}"/>
    <dgm:cxn modelId="{73C1FC2C-9C6C-4734-880F-200341FFC0A5}" type="presOf" srcId="{20BA2C77-C309-4B7E-9ACA-6C7C31E28F86}" destId="{996C32D0-FF0E-45B5-9D6F-67FC5F79E0E0}" srcOrd="0" destOrd="0" presId="urn:microsoft.com/office/officeart/2005/8/layout/radial4"/>
    <dgm:cxn modelId="{F234CC3B-281A-4449-AB44-3289FAEB550B}" type="presOf" srcId="{96BBCA28-5276-4D61-AF8B-BC9EFFBBF63D}" destId="{2CBC1EEB-8FBE-4124-8B1F-DACA857EE920}" srcOrd="0" destOrd="0" presId="urn:microsoft.com/office/officeart/2005/8/layout/radial4"/>
    <dgm:cxn modelId="{B546B745-DB6D-4B1B-A2FC-387C391FC92A}" srcId="{96BBCA28-5276-4D61-AF8B-BC9EFFBBF63D}" destId="{50EF196C-85E1-435C-A6CA-E3A52D27105F}" srcOrd="1" destOrd="0" parTransId="{26AA57B9-097B-47DD-8A75-EFC05257DD8B}" sibTransId="{091A238E-0C72-4A3E-B68E-C857C2A4C94F}"/>
    <dgm:cxn modelId="{7674BA46-45B8-469D-83EB-E5B5721C8CA5}" srcId="{96BBCA28-5276-4D61-AF8B-BC9EFFBBF63D}" destId="{B307D585-AD02-4431-89ED-E3C2783794C1}" srcOrd="3" destOrd="0" parTransId="{C9733C47-05D5-4AFD-9D0F-6FDD1F3F84A4}" sibTransId="{227BF6EC-9DD9-4097-98C7-919360F8E26D}"/>
    <dgm:cxn modelId="{2F976248-3D87-46CC-BEC6-86F8B820DBF0}" type="presOf" srcId="{C9733C47-05D5-4AFD-9D0F-6FDD1F3F84A4}" destId="{7916A645-8AF9-4A21-8463-950CB0F8B5DA}" srcOrd="0" destOrd="0" presId="urn:microsoft.com/office/officeart/2005/8/layout/radial4"/>
    <dgm:cxn modelId="{21889F50-F553-4F79-9AAF-13617B49CA05}" srcId="{96BBCA28-5276-4D61-AF8B-BC9EFFBBF63D}" destId="{20BA2C77-C309-4B7E-9ACA-6C7C31E28F86}" srcOrd="2" destOrd="0" parTransId="{CDED4B29-0C6A-4120-981F-E0EBB120CBBB}" sibTransId="{9D5B5FEA-B14B-4BEC-8437-2874B7B7BC56}"/>
    <dgm:cxn modelId="{CAE5FB7C-7BB2-487F-AD44-ADDC8B577A01}" type="presOf" srcId="{B307D585-AD02-4431-89ED-E3C2783794C1}" destId="{7586EB83-09FF-4C94-BC12-29CF77DDC1AA}" srcOrd="0" destOrd="0" presId="urn:microsoft.com/office/officeart/2005/8/layout/radial4"/>
    <dgm:cxn modelId="{F3FEFC88-284E-422D-A3D4-D5E15CB0070F}" srcId="{09A694BF-E31B-4194-8173-C73AFFB10EF0}" destId="{96BBCA28-5276-4D61-AF8B-BC9EFFBBF63D}" srcOrd="0" destOrd="0" parTransId="{F11A2EA6-1902-4B15-906A-E041FAAE7F8C}" sibTransId="{754B0487-1229-4D2F-9750-F4C3AA88EB5B}"/>
    <dgm:cxn modelId="{B73193A8-01CD-4393-90B0-6969429E8743}" type="presOf" srcId="{D7A36E3A-B9A8-463B-A850-7E05233330AE}" destId="{9CC0EA03-7B6E-45FA-9656-1879014DA86F}" srcOrd="0" destOrd="0" presId="urn:microsoft.com/office/officeart/2005/8/layout/radial4"/>
    <dgm:cxn modelId="{70A60FAE-7BC4-42A3-8F83-B45FE7C2A9F0}" type="presOf" srcId="{03EC52A1-CA8B-48F9-A349-D3FFD6845494}" destId="{DB25EE0D-FB1A-4820-A84F-7BA0DCF701A8}" srcOrd="0" destOrd="0" presId="urn:microsoft.com/office/officeart/2005/8/layout/radial4"/>
    <dgm:cxn modelId="{FB8CD5BB-2638-4BE0-B4BA-06EA5E41D29C}" type="presOf" srcId="{CDED4B29-0C6A-4120-981F-E0EBB120CBBB}" destId="{9DFCF696-075F-445B-B3E5-C48E6DB8894D}" srcOrd="0" destOrd="0" presId="urn:microsoft.com/office/officeart/2005/8/layout/radial4"/>
    <dgm:cxn modelId="{58BB7BF7-11AC-4FEC-B35A-E16669570EB7}" type="presOf" srcId="{50EF196C-85E1-435C-A6CA-E3A52D27105F}" destId="{A6150D1F-5B97-42C3-91CE-D898E60FE0BB}" srcOrd="0" destOrd="0" presId="urn:microsoft.com/office/officeart/2005/8/layout/radial4"/>
    <dgm:cxn modelId="{1EBC2CF8-48D6-4254-B2BE-3114C1CE4E81}" type="presOf" srcId="{09A694BF-E31B-4194-8173-C73AFFB10EF0}" destId="{3E73CF93-6E0B-48EA-80C9-DDDA08E3AF3D}" srcOrd="0" destOrd="0" presId="urn:microsoft.com/office/officeart/2005/8/layout/radial4"/>
    <dgm:cxn modelId="{D1D19729-9809-4A8E-BC40-9EF711CF1EC7}" type="presParOf" srcId="{3E73CF93-6E0B-48EA-80C9-DDDA08E3AF3D}" destId="{2CBC1EEB-8FBE-4124-8B1F-DACA857EE920}" srcOrd="0" destOrd="0" presId="urn:microsoft.com/office/officeart/2005/8/layout/radial4"/>
    <dgm:cxn modelId="{506B0BE8-B8C3-4AEE-95A3-CC30BF9F502F}" type="presParOf" srcId="{3E73CF93-6E0B-48EA-80C9-DDDA08E3AF3D}" destId="{9CC0EA03-7B6E-45FA-9656-1879014DA86F}" srcOrd="1" destOrd="0" presId="urn:microsoft.com/office/officeart/2005/8/layout/radial4"/>
    <dgm:cxn modelId="{35C28418-F9ED-42C8-B0BD-23C7FD407E5C}" type="presParOf" srcId="{3E73CF93-6E0B-48EA-80C9-DDDA08E3AF3D}" destId="{DB25EE0D-FB1A-4820-A84F-7BA0DCF701A8}" srcOrd="2" destOrd="0" presId="urn:microsoft.com/office/officeart/2005/8/layout/radial4"/>
    <dgm:cxn modelId="{B02331E8-1135-4B95-81AC-B9FA8C6E10C4}" type="presParOf" srcId="{3E73CF93-6E0B-48EA-80C9-DDDA08E3AF3D}" destId="{C033710C-FBA9-4612-A979-DBBFD2FDAF48}" srcOrd="3" destOrd="0" presId="urn:microsoft.com/office/officeart/2005/8/layout/radial4"/>
    <dgm:cxn modelId="{E68A04CE-7809-40EA-83B3-E5B1CC513FB8}" type="presParOf" srcId="{3E73CF93-6E0B-48EA-80C9-DDDA08E3AF3D}" destId="{A6150D1F-5B97-42C3-91CE-D898E60FE0BB}" srcOrd="4" destOrd="0" presId="urn:microsoft.com/office/officeart/2005/8/layout/radial4"/>
    <dgm:cxn modelId="{17155837-555B-4F1B-B51D-5C4DEB78C0C4}" type="presParOf" srcId="{3E73CF93-6E0B-48EA-80C9-DDDA08E3AF3D}" destId="{9DFCF696-075F-445B-B3E5-C48E6DB8894D}" srcOrd="5" destOrd="0" presId="urn:microsoft.com/office/officeart/2005/8/layout/radial4"/>
    <dgm:cxn modelId="{DCA3214C-EA5C-4985-9C2B-E0F903C77251}" type="presParOf" srcId="{3E73CF93-6E0B-48EA-80C9-DDDA08E3AF3D}" destId="{996C32D0-FF0E-45B5-9D6F-67FC5F79E0E0}" srcOrd="6" destOrd="0" presId="urn:microsoft.com/office/officeart/2005/8/layout/radial4"/>
    <dgm:cxn modelId="{0C64D8EE-A761-4262-BD1C-7B0FCD2CE064}" type="presParOf" srcId="{3E73CF93-6E0B-48EA-80C9-DDDA08E3AF3D}" destId="{7916A645-8AF9-4A21-8463-950CB0F8B5DA}" srcOrd="7" destOrd="0" presId="urn:microsoft.com/office/officeart/2005/8/layout/radial4"/>
    <dgm:cxn modelId="{C7A86A53-19B1-435B-AEF6-D1D0ECCB677E}" type="presParOf" srcId="{3E73CF93-6E0B-48EA-80C9-DDDA08E3AF3D}" destId="{7586EB83-09FF-4C94-BC12-29CF77DDC1AA}"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BC1EEB-8FBE-4124-8B1F-DACA857EE920}">
      <dsp:nvSpPr>
        <dsp:cNvPr id="0" name=""/>
        <dsp:cNvSpPr/>
      </dsp:nvSpPr>
      <dsp:spPr>
        <a:xfrm>
          <a:off x="2634023" y="2421787"/>
          <a:ext cx="1948455" cy="19484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2266950">
            <a:lnSpc>
              <a:spcPct val="90000"/>
            </a:lnSpc>
            <a:spcBef>
              <a:spcPct val="0"/>
            </a:spcBef>
            <a:spcAft>
              <a:spcPct val="35000"/>
            </a:spcAft>
            <a:buNone/>
          </a:pPr>
          <a:r>
            <a:rPr lang="en-US" sz="5100" kern="1200" dirty="0"/>
            <a:t>Price</a:t>
          </a:r>
          <a:endParaRPr lang="en-IN" sz="5100" kern="1200" dirty="0"/>
        </a:p>
      </dsp:txBody>
      <dsp:txXfrm>
        <a:off x="2919368" y="2707132"/>
        <a:ext cx="1377765" cy="1377765"/>
      </dsp:txXfrm>
    </dsp:sp>
    <dsp:sp modelId="{9CC0EA03-7B6E-45FA-9656-1879014DA86F}">
      <dsp:nvSpPr>
        <dsp:cNvPr id="0" name=""/>
        <dsp:cNvSpPr/>
      </dsp:nvSpPr>
      <dsp:spPr>
        <a:xfrm rot="11700000">
          <a:off x="897718" y="2620205"/>
          <a:ext cx="1702784" cy="55530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25EE0D-FB1A-4820-A84F-7BA0DCF701A8}">
      <dsp:nvSpPr>
        <dsp:cNvPr id="0" name=""/>
        <dsp:cNvSpPr/>
      </dsp:nvSpPr>
      <dsp:spPr>
        <a:xfrm>
          <a:off x="1212" y="1937090"/>
          <a:ext cx="1851033" cy="14808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kern="1200" dirty="0"/>
            <a:t>Demand</a:t>
          </a:r>
          <a:endParaRPr lang="en-IN" sz="2500" kern="1200" dirty="0"/>
        </a:p>
      </dsp:txBody>
      <dsp:txXfrm>
        <a:off x="44584" y="1980462"/>
        <a:ext cx="1764289" cy="1394082"/>
      </dsp:txXfrm>
    </dsp:sp>
    <dsp:sp modelId="{C033710C-FBA9-4612-A979-DBBFD2FDAF48}">
      <dsp:nvSpPr>
        <dsp:cNvPr id="0" name=""/>
        <dsp:cNvSpPr/>
      </dsp:nvSpPr>
      <dsp:spPr>
        <a:xfrm rot="14700000">
          <a:off x="1943435" y="1373968"/>
          <a:ext cx="1702784" cy="55530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150D1F-5B97-42C3-91CE-D898E60FE0BB}">
      <dsp:nvSpPr>
        <dsp:cNvPr id="0" name=""/>
        <dsp:cNvSpPr/>
      </dsp:nvSpPr>
      <dsp:spPr>
        <a:xfrm>
          <a:off x="1509497" y="139586"/>
          <a:ext cx="1851033" cy="14808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kern="1200" dirty="0"/>
            <a:t>Temperature</a:t>
          </a:r>
          <a:endParaRPr lang="en-IN" sz="2500" kern="1200" dirty="0"/>
        </a:p>
      </dsp:txBody>
      <dsp:txXfrm>
        <a:off x="1552869" y="182958"/>
        <a:ext cx="1764289" cy="1394082"/>
      </dsp:txXfrm>
    </dsp:sp>
    <dsp:sp modelId="{9DFCF696-075F-445B-B3E5-C48E6DB8894D}">
      <dsp:nvSpPr>
        <dsp:cNvPr id="0" name=""/>
        <dsp:cNvSpPr/>
      </dsp:nvSpPr>
      <dsp:spPr>
        <a:xfrm rot="17700000">
          <a:off x="3570282" y="1373968"/>
          <a:ext cx="1702784" cy="55530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96C32D0-FF0E-45B5-9D6F-67FC5F79E0E0}">
      <dsp:nvSpPr>
        <dsp:cNvPr id="0" name=""/>
        <dsp:cNvSpPr/>
      </dsp:nvSpPr>
      <dsp:spPr>
        <a:xfrm>
          <a:off x="3855972" y="139586"/>
          <a:ext cx="1851033" cy="14808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kern="1200" dirty="0"/>
            <a:t>Gas Price</a:t>
          </a:r>
          <a:endParaRPr lang="en-IN" sz="2500" kern="1200" dirty="0"/>
        </a:p>
      </dsp:txBody>
      <dsp:txXfrm>
        <a:off x="3899344" y="182958"/>
        <a:ext cx="1764289" cy="1394082"/>
      </dsp:txXfrm>
    </dsp:sp>
    <dsp:sp modelId="{7916A645-8AF9-4A21-8463-950CB0F8B5DA}">
      <dsp:nvSpPr>
        <dsp:cNvPr id="0" name=""/>
        <dsp:cNvSpPr/>
      </dsp:nvSpPr>
      <dsp:spPr>
        <a:xfrm rot="20700000">
          <a:off x="4615999" y="2620205"/>
          <a:ext cx="1702784" cy="55530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586EB83-09FF-4C94-BC12-29CF77DDC1AA}">
      <dsp:nvSpPr>
        <dsp:cNvPr id="0" name=""/>
        <dsp:cNvSpPr/>
      </dsp:nvSpPr>
      <dsp:spPr>
        <a:xfrm>
          <a:off x="5364257" y="1937090"/>
          <a:ext cx="1851033" cy="14808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kern="1200" dirty="0"/>
            <a:t>Generation</a:t>
          </a:r>
          <a:endParaRPr lang="en-IN" sz="2500" kern="1200" dirty="0"/>
        </a:p>
      </dsp:txBody>
      <dsp:txXfrm>
        <a:off x="5407629" y="1980462"/>
        <a:ext cx="1764289" cy="1394082"/>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CACE1-0839-DD4E-8A8D-815B08AED9A4}" type="datetimeFigureOut">
              <a:rPr lang="en-US" smtClean="0"/>
              <a:t>3/25/2025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58301-8E47-694C-884E-80E9D5260CC5}" type="slidenum">
              <a:rPr lang="en-US" smtClean="0"/>
              <a:t>‹#›</a:t>
            </a:fld>
            <a:endParaRPr lang="en-US"/>
          </a:p>
        </p:txBody>
      </p:sp>
    </p:spTree>
    <p:extLst>
      <p:ext uri="{BB962C8B-B14F-4D97-AF65-F5344CB8AC3E}">
        <p14:creationId xmlns:p14="http://schemas.microsoft.com/office/powerpoint/2010/main" val="2137921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E78C2-47AD-C340-9456-D9F9B3D30035}"/>
              </a:ext>
            </a:extLst>
          </p:cNvPr>
          <p:cNvSpPr>
            <a:spLocks noGrp="1"/>
          </p:cNvSpPr>
          <p:nvPr>
            <p:ph type="ctrTitle"/>
          </p:nvPr>
        </p:nvSpPr>
        <p:spPr>
          <a:xfrm>
            <a:off x="1191909" y="1051240"/>
            <a:ext cx="6896023" cy="2342688"/>
          </a:xfrm>
          <a:prstGeom prst="rect">
            <a:avLst/>
          </a:prstGeom>
        </p:spPr>
        <p:txBody>
          <a:bodyPr anchor="b">
            <a:normAutofit/>
          </a:bodyPr>
          <a:lstStyle>
            <a:lvl1pPr algn="l">
              <a:lnSpc>
                <a:spcPts val="5600"/>
              </a:lnSpc>
              <a:defRPr sz="6000" b="1">
                <a:solidFill>
                  <a:schemeClr val="accent1"/>
                </a:solidFill>
                <a:latin typeface="+mn-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36038AA-9B5A-234E-B6E1-FE9722AB0657}"/>
              </a:ext>
            </a:extLst>
          </p:cNvPr>
          <p:cNvSpPr>
            <a:spLocks noGrp="1"/>
          </p:cNvSpPr>
          <p:nvPr>
            <p:ph type="subTitle" idx="1"/>
          </p:nvPr>
        </p:nvSpPr>
        <p:spPr>
          <a:xfrm>
            <a:off x="1191909" y="3393929"/>
            <a:ext cx="7841294" cy="714931"/>
          </a:xfrm>
          <a:prstGeom prst="rect">
            <a:avLst/>
          </a:prstGeom>
        </p:spPr>
        <p:txBody>
          <a:bodyPr/>
          <a:lstStyle>
            <a:lvl1pPr marL="0" indent="0" algn="l">
              <a:lnSpc>
                <a:spcPts val="2600"/>
              </a:lnSpc>
              <a:spcBef>
                <a:spcPts val="0"/>
              </a:spcBef>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Text Placeholder 9">
            <a:extLst>
              <a:ext uri="{FF2B5EF4-FFF2-40B4-BE49-F238E27FC236}">
                <a16:creationId xmlns:a16="http://schemas.microsoft.com/office/drawing/2014/main" id="{13FD472B-32E4-8A46-90E5-97757DC24EE5}"/>
              </a:ext>
            </a:extLst>
          </p:cNvPr>
          <p:cNvSpPr>
            <a:spLocks noGrp="1"/>
          </p:cNvSpPr>
          <p:nvPr>
            <p:ph type="body" sz="quarter" idx="10" hasCustomPrompt="1"/>
          </p:nvPr>
        </p:nvSpPr>
        <p:spPr>
          <a:xfrm>
            <a:off x="1191909" y="4398461"/>
            <a:ext cx="7841294" cy="1125689"/>
          </a:xfrm>
          <a:prstGeom prst="rect">
            <a:avLst/>
          </a:prstGeom>
        </p:spPr>
        <p:txBody>
          <a:bodyPr anchor="b" anchorCtr="0">
            <a:noAutofit/>
          </a:bodyPr>
          <a:lstStyle>
            <a:lvl1pPr marL="0" indent="0">
              <a:lnSpc>
                <a:spcPts val="2000"/>
              </a:lnSpc>
              <a:spcBef>
                <a:spcPts val="0"/>
              </a:spcBef>
              <a:buNone/>
              <a:defRPr sz="1800">
                <a:solidFill>
                  <a:schemeClr val="tx1"/>
                </a:solidFill>
              </a:defRPr>
            </a:lvl1pPr>
          </a:lstStyle>
          <a:p>
            <a:pPr lvl="0"/>
            <a:r>
              <a:rPr lang="en-US" dirty="0"/>
              <a:t>Presenter’s Name</a:t>
            </a:r>
            <a:br>
              <a:rPr lang="en-US" dirty="0"/>
            </a:br>
            <a:r>
              <a:rPr lang="en-US" dirty="0"/>
              <a:t>Presenter’s title / additional designations</a:t>
            </a:r>
            <a:br>
              <a:rPr lang="en-US" dirty="0"/>
            </a:br>
            <a:r>
              <a:rPr lang="en-US" dirty="0"/>
              <a:t>Faculty of / Department of / additional designations</a:t>
            </a:r>
          </a:p>
        </p:txBody>
      </p:sp>
      <p:sp>
        <p:nvSpPr>
          <p:cNvPr id="12" name="Text Placeholder 11">
            <a:extLst>
              <a:ext uri="{FF2B5EF4-FFF2-40B4-BE49-F238E27FC236}">
                <a16:creationId xmlns:a16="http://schemas.microsoft.com/office/drawing/2014/main" id="{65E4B113-E638-B640-8F48-252058659E0B}"/>
              </a:ext>
            </a:extLst>
          </p:cNvPr>
          <p:cNvSpPr>
            <a:spLocks noGrp="1"/>
          </p:cNvSpPr>
          <p:nvPr>
            <p:ph type="body" sz="quarter" idx="11" hasCustomPrompt="1"/>
          </p:nvPr>
        </p:nvSpPr>
        <p:spPr>
          <a:xfrm>
            <a:off x="1191909" y="5530413"/>
            <a:ext cx="6586081" cy="521874"/>
          </a:xfrm>
          <a:prstGeom prst="rect">
            <a:avLst/>
          </a:prstGeom>
        </p:spPr>
        <p:txBody>
          <a:bodyPr>
            <a:normAutofit/>
          </a:bodyPr>
          <a:lstStyle>
            <a:lvl1pPr marL="0" indent="0">
              <a:spcBef>
                <a:spcPts val="0"/>
              </a:spcBef>
              <a:buNone/>
              <a:defRPr sz="1400" b="1">
                <a:solidFill>
                  <a:schemeClr val="accent3"/>
                </a:solidFill>
              </a:defRPr>
            </a:lvl1pPr>
          </a:lstStyle>
          <a:p>
            <a:pPr lvl="0"/>
            <a:r>
              <a:rPr lang="en-US" dirty="0"/>
              <a:t>Click to add date</a:t>
            </a:r>
          </a:p>
        </p:txBody>
      </p:sp>
    </p:spTree>
    <p:extLst>
      <p:ext uri="{BB962C8B-B14F-4D97-AF65-F5344CB8AC3E}">
        <p14:creationId xmlns:p14="http://schemas.microsoft.com/office/powerpoint/2010/main" val="39802960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32D7-DB76-2847-ADA0-EE213BEBB022}"/>
              </a:ext>
            </a:extLst>
          </p:cNvPr>
          <p:cNvSpPr>
            <a:spLocks noGrp="1"/>
          </p:cNvSpPr>
          <p:nvPr>
            <p:ph type="title"/>
          </p:nvPr>
        </p:nvSpPr>
        <p:spPr>
          <a:xfrm>
            <a:off x="562628" y="463968"/>
            <a:ext cx="9724372" cy="1033398"/>
          </a:xfrm>
          <a:prstGeom prst="rect">
            <a:avLst/>
          </a:prstGeom>
        </p:spPr>
        <p:txBody>
          <a:bodyPr anchor="ctr" anchorCtr="0">
            <a:normAutofit/>
          </a:bodyPr>
          <a:lstStyle>
            <a:lvl1pPr>
              <a:lnSpc>
                <a:spcPts val="3800"/>
              </a:lnSpc>
              <a:defRPr sz="3600" b="1">
                <a:solidFill>
                  <a:schemeClr val="accent1"/>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4F7C696-28D5-3D4E-90D5-168D38046ECC}"/>
              </a:ext>
            </a:extLst>
          </p:cNvPr>
          <p:cNvSpPr>
            <a:spLocks noGrp="1"/>
          </p:cNvSpPr>
          <p:nvPr>
            <p:ph idx="1"/>
          </p:nvPr>
        </p:nvSpPr>
        <p:spPr>
          <a:xfrm>
            <a:off x="562628" y="1773195"/>
            <a:ext cx="9724372" cy="4115669"/>
          </a:xfrm>
          <a:prstGeom prst="rect">
            <a:avLst/>
          </a:prstGeom>
        </p:spPr>
        <p:txBody>
          <a:bodyPr/>
          <a:lstStyle>
            <a:lvl1pPr>
              <a:buClr>
                <a:srgbClr val="E32726"/>
              </a:buClr>
              <a:defRPr sz="2800"/>
            </a:lvl1pPr>
            <a:lvl2pPr>
              <a:buClr>
                <a:srgbClr val="FBB031"/>
              </a:buClr>
              <a:defRPr sz="2400"/>
            </a:lvl2pPr>
            <a:lvl3pPr>
              <a:buClr>
                <a:srgbClr val="8B857B"/>
              </a:buClr>
              <a:defRPr sz="2000"/>
            </a:lvl3pPr>
            <a:lvl4pPr>
              <a:buClr>
                <a:schemeClr val="accent3"/>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6054994-38BD-EA48-95B9-EDE63B92B824}"/>
              </a:ext>
            </a:extLst>
          </p:cNvPr>
          <p:cNvSpPr>
            <a:spLocks noGrp="1"/>
          </p:cNvSpPr>
          <p:nvPr>
            <p:ph type="sldNum" sz="quarter" idx="12"/>
          </p:nvPr>
        </p:nvSpPr>
        <p:spPr>
          <a:xfrm>
            <a:off x="9146427" y="6380538"/>
            <a:ext cx="2743200" cy="365125"/>
          </a:xfrm>
          <a:prstGeom prst="rect">
            <a:avLst/>
          </a:prstGeom>
        </p:spPr>
        <p:txBody>
          <a:bodyPr/>
          <a:lstStyle>
            <a:lvl1pPr algn="r">
              <a:defRPr sz="1000">
                <a:solidFill>
                  <a:schemeClr val="bg1"/>
                </a:solidFill>
              </a:defRPr>
            </a:lvl1pPr>
          </a:lstStyle>
          <a:p>
            <a:fld id="{5C35FCF4-C3EF-BD43-82E0-05BC237DAD2A}" type="slidenum">
              <a:rPr lang="en-US" smtClean="0"/>
              <a:pPr/>
              <a:t>‹#›</a:t>
            </a:fld>
            <a:endParaRPr lang="en-US" dirty="0"/>
          </a:p>
        </p:txBody>
      </p:sp>
    </p:spTree>
    <p:extLst>
      <p:ext uri="{BB962C8B-B14F-4D97-AF65-F5344CB8AC3E}">
        <p14:creationId xmlns:p14="http://schemas.microsoft.com/office/powerpoint/2010/main" val="388144403"/>
      </p:ext>
    </p:extLst>
  </p:cSld>
  <p:clrMapOvr>
    <a:masterClrMapping/>
  </p:clrMapOvr>
  <p:extLst>
    <p:ext uri="{DCECCB84-F9BA-43D5-87BE-67443E8EF086}">
      <p15:sldGuideLst xmlns:p15="http://schemas.microsoft.com/office/powerpoint/2012/main">
        <p15:guide id="1" orient="horz" pos="70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phot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683A0EC-D117-3A44-A056-CF7521187A07}"/>
              </a:ext>
            </a:extLst>
          </p:cNvPr>
          <p:cNvSpPr>
            <a:spLocks noGrp="1"/>
          </p:cNvSpPr>
          <p:nvPr>
            <p:ph type="pic" sz="quarter" idx="13"/>
          </p:nvPr>
        </p:nvSpPr>
        <p:spPr>
          <a:xfrm>
            <a:off x="933864" y="1773021"/>
            <a:ext cx="3938587" cy="3938587"/>
          </a:xfrm>
          <a:prstGeom prst="rect">
            <a:avLst/>
          </a:prstGeom>
        </p:spPr>
        <p:txBody>
          <a:bodyPr/>
          <a:lstStyle>
            <a:lvl1pPr marL="0" indent="0">
              <a:buNone/>
              <a:defRPr/>
            </a:lvl1pPr>
          </a:lstStyle>
          <a:p>
            <a:r>
              <a:rPr lang="en-US"/>
              <a:t>Click icon to add picture</a:t>
            </a:r>
          </a:p>
        </p:txBody>
      </p:sp>
      <p:sp>
        <p:nvSpPr>
          <p:cNvPr id="11" name="Content Placeholder 2">
            <a:extLst>
              <a:ext uri="{FF2B5EF4-FFF2-40B4-BE49-F238E27FC236}">
                <a16:creationId xmlns:a16="http://schemas.microsoft.com/office/drawing/2014/main" id="{EC2CEEFA-DEDA-3C4E-B209-94546CDD8BD9}"/>
              </a:ext>
            </a:extLst>
          </p:cNvPr>
          <p:cNvSpPr>
            <a:spLocks noGrp="1"/>
          </p:cNvSpPr>
          <p:nvPr>
            <p:ph idx="1"/>
          </p:nvPr>
        </p:nvSpPr>
        <p:spPr>
          <a:xfrm>
            <a:off x="5347569" y="1773021"/>
            <a:ext cx="6013537" cy="3938587"/>
          </a:xfrm>
          <a:prstGeom prst="rect">
            <a:avLst/>
          </a:prstGeom>
        </p:spPr>
        <p:txBody>
          <a:bodyPr/>
          <a:lstStyle>
            <a:lvl1pPr>
              <a:buClr>
                <a:schemeClr val="accent1"/>
              </a:buClr>
              <a:defRPr sz="2800"/>
            </a:lvl1pPr>
            <a:lvl2pPr>
              <a:buClr>
                <a:srgbClr val="FBB031"/>
              </a:buClr>
              <a:defRPr sz="2400"/>
            </a:lvl2pPr>
            <a:lvl3pPr>
              <a:buClr>
                <a:srgbClr val="8B857B"/>
              </a:buClr>
              <a:defRPr sz="2000"/>
            </a:lvl3pPr>
            <a:lvl4pPr>
              <a:buClr>
                <a:schemeClr val="accent3"/>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6DBF3C08-C8EC-DC49-84E7-B18774364A03}"/>
              </a:ext>
            </a:extLst>
          </p:cNvPr>
          <p:cNvSpPr>
            <a:spLocks noGrp="1"/>
          </p:cNvSpPr>
          <p:nvPr>
            <p:ph type="sldNum" sz="quarter" idx="12"/>
          </p:nvPr>
        </p:nvSpPr>
        <p:spPr>
          <a:xfrm>
            <a:off x="9146427" y="6380538"/>
            <a:ext cx="2743200" cy="365125"/>
          </a:xfrm>
          <a:prstGeom prst="rect">
            <a:avLst/>
          </a:prstGeom>
        </p:spPr>
        <p:txBody>
          <a:bodyPr/>
          <a:lstStyle>
            <a:lvl1pPr algn="r">
              <a:defRPr sz="1000">
                <a:solidFill>
                  <a:schemeClr val="bg1"/>
                </a:solidFill>
              </a:defRPr>
            </a:lvl1pPr>
          </a:lstStyle>
          <a:p>
            <a:fld id="{5C35FCF4-C3EF-BD43-82E0-05BC237DAD2A}" type="slidenum">
              <a:rPr lang="en-US" smtClean="0"/>
              <a:pPr/>
              <a:t>‹#›</a:t>
            </a:fld>
            <a:endParaRPr lang="en-US" dirty="0"/>
          </a:p>
        </p:txBody>
      </p:sp>
      <p:sp>
        <p:nvSpPr>
          <p:cNvPr id="7" name="Title 1">
            <a:extLst>
              <a:ext uri="{FF2B5EF4-FFF2-40B4-BE49-F238E27FC236}">
                <a16:creationId xmlns:a16="http://schemas.microsoft.com/office/drawing/2014/main" id="{4AF4FC2F-942D-6942-8D5B-4C7E0E5244FF}"/>
              </a:ext>
            </a:extLst>
          </p:cNvPr>
          <p:cNvSpPr>
            <a:spLocks noGrp="1"/>
          </p:cNvSpPr>
          <p:nvPr>
            <p:ph type="title"/>
          </p:nvPr>
        </p:nvSpPr>
        <p:spPr>
          <a:xfrm>
            <a:off x="562628" y="463968"/>
            <a:ext cx="9724372" cy="1033398"/>
          </a:xfrm>
          <a:prstGeom prst="rect">
            <a:avLst/>
          </a:prstGeom>
        </p:spPr>
        <p:txBody>
          <a:bodyPr anchor="ctr" anchorCtr="0">
            <a:normAutofit/>
          </a:bodyPr>
          <a:lstStyle>
            <a:lvl1pPr>
              <a:lnSpc>
                <a:spcPts val="3800"/>
              </a:lnSpc>
              <a:defRPr sz="3600" b="1">
                <a:solidFill>
                  <a:schemeClr val="accent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219073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uble photo with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683A0EC-D117-3A44-A056-CF7521187A07}"/>
              </a:ext>
            </a:extLst>
          </p:cNvPr>
          <p:cNvSpPr>
            <a:spLocks noGrp="1"/>
          </p:cNvSpPr>
          <p:nvPr>
            <p:ph type="pic" sz="quarter" idx="13"/>
          </p:nvPr>
        </p:nvSpPr>
        <p:spPr>
          <a:xfrm>
            <a:off x="933864" y="1655241"/>
            <a:ext cx="3982602" cy="2222782"/>
          </a:xfrm>
          <a:prstGeom prst="rect">
            <a:avLst/>
          </a:prstGeom>
        </p:spPr>
        <p:txBody>
          <a:bodyPr/>
          <a:lstStyle>
            <a:lvl1pPr marL="0" indent="0">
              <a:buNone/>
              <a:defRPr/>
            </a:lvl1pPr>
          </a:lstStyle>
          <a:p>
            <a:r>
              <a:rPr lang="en-US"/>
              <a:t>Click icon to add picture</a:t>
            </a:r>
            <a:endParaRPr lang="en-US" dirty="0"/>
          </a:p>
        </p:txBody>
      </p:sp>
      <p:sp>
        <p:nvSpPr>
          <p:cNvPr id="11" name="Content Placeholder 2">
            <a:extLst>
              <a:ext uri="{FF2B5EF4-FFF2-40B4-BE49-F238E27FC236}">
                <a16:creationId xmlns:a16="http://schemas.microsoft.com/office/drawing/2014/main" id="{EC2CEEFA-DEDA-3C4E-B209-94546CDD8BD9}"/>
              </a:ext>
            </a:extLst>
          </p:cNvPr>
          <p:cNvSpPr>
            <a:spLocks noGrp="1"/>
          </p:cNvSpPr>
          <p:nvPr>
            <p:ph idx="1"/>
          </p:nvPr>
        </p:nvSpPr>
        <p:spPr>
          <a:xfrm>
            <a:off x="933864" y="4202482"/>
            <a:ext cx="3995802" cy="1835063"/>
          </a:xfrm>
          <a:prstGeom prst="rect">
            <a:avLst/>
          </a:prstGeom>
        </p:spPr>
        <p:txBody>
          <a:bodyPr/>
          <a:lstStyle>
            <a:lvl1pPr>
              <a:buClr>
                <a:schemeClr val="accent1"/>
              </a:buClr>
              <a:defRPr sz="2000"/>
            </a:lvl1pPr>
            <a:lvl2pPr>
              <a:buClr>
                <a:srgbClr val="FBB031"/>
              </a:buClr>
              <a:defRPr sz="1800"/>
            </a:lvl2pPr>
            <a:lvl3pPr>
              <a:buClr>
                <a:srgbClr val="8B857B"/>
              </a:buClr>
              <a:defRPr sz="1600"/>
            </a:lvl3pPr>
            <a:lvl4pPr>
              <a:buClr>
                <a:schemeClr val="accent3"/>
              </a:buClr>
              <a:defRPr sz="1400"/>
            </a:lvl4pPr>
            <a:lvl5pPr>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7">
            <a:extLst>
              <a:ext uri="{FF2B5EF4-FFF2-40B4-BE49-F238E27FC236}">
                <a16:creationId xmlns:a16="http://schemas.microsoft.com/office/drawing/2014/main" id="{873EC9B2-3D79-EB42-BD2D-94A59CE5C329}"/>
              </a:ext>
            </a:extLst>
          </p:cNvPr>
          <p:cNvSpPr>
            <a:spLocks noGrp="1"/>
          </p:cNvSpPr>
          <p:nvPr>
            <p:ph type="pic" sz="quarter" idx="14"/>
          </p:nvPr>
        </p:nvSpPr>
        <p:spPr>
          <a:xfrm>
            <a:off x="7240719" y="1655241"/>
            <a:ext cx="3982602" cy="2222782"/>
          </a:xfrm>
          <a:prstGeom prst="rect">
            <a:avLst/>
          </a:prstGeom>
        </p:spPr>
        <p:txBody>
          <a:bodyPr/>
          <a:lstStyle>
            <a:lvl1pPr marL="0" indent="0">
              <a:buNone/>
              <a:defRPr/>
            </a:lvl1pPr>
          </a:lstStyle>
          <a:p>
            <a:r>
              <a:rPr lang="en-US"/>
              <a:t>Click icon to add picture</a:t>
            </a:r>
          </a:p>
        </p:txBody>
      </p:sp>
      <p:cxnSp>
        <p:nvCxnSpPr>
          <p:cNvPr id="3" name="Straight Connector 2">
            <a:extLst>
              <a:ext uri="{FF2B5EF4-FFF2-40B4-BE49-F238E27FC236}">
                <a16:creationId xmlns:a16="http://schemas.microsoft.com/office/drawing/2014/main" id="{B1D7853A-8D09-4041-8FD1-E58DBA8A7F0F}"/>
              </a:ext>
            </a:extLst>
          </p:cNvPr>
          <p:cNvCxnSpPr/>
          <p:nvPr userDrawn="1"/>
        </p:nvCxnSpPr>
        <p:spPr>
          <a:xfrm>
            <a:off x="6096000" y="1551313"/>
            <a:ext cx="0" cy="4653420"/>
          </a:xfrm>
          <a:prstGeom prst="line">
            <a:avLst/>
          </a:prstGeom>
          <a:ln>
            <a:solidFill>
              <a:schemeClr val="tx2"/>
            </a:solidFill>
          </a:ln>
        </p:spPr>
        <p:style>
          <a:lnRef idx="1">
            <a:schemeClr val="accent2"/>
          </a:lnRef>
          <a:fillRef idx="0">
            <a:schemeClr val="accent2"/>
          </a:fillRef>
          <a:effectRef idx="0">
            <a:schemeClr val="accent2"/>
          </a:effectRef>
          <a:fontRef idx="minor">
            <a:schemeClr val="tx1"/>
          </a:fontRef>
        </p:style>
      </p:cxnSp>
      <p:sp>
        <p:nvSpPr>
          <p:cNvPr id="13" name="Content Placeholder 2">
            <a:extLst>
              <a:ext uri="{FF2B5EF4-FFF2-40B4-BE49-F238E27FC236}">
                <a16:creationId xmlns:a16="http://schemas.microsoft.com/office/drawing/2014/main" id="{AEF50DEA-27DF-7C4E-AD5F-60F66ED518A4}"/>
              </a:ext>
            </a:extLst>
          </p:cNvPr>
          <p:cNvSpPr>
            <a:spLocks noGrp="1"/>
          </p:cNvSpPr>
          <p:nvPr>
            <p:ph idx="15"/>
          </p:nvPr>
        </p:nvSpPr>
        <p:spPr>
          <a:xfrm>
            <a:off x="7240719" y="4202482"/>
            <a:ext cx="3995802" cy="1835063"/>
          </a:xfrm>
          <a:prstGeom prst="rect">
            <a:avLst/>
          </a:prstGeom>
        </p:spPr>
        <p:txBody>
          <a:bodyPr/>
          <a:lstStyle>
            <a:lvl1pPr>
              <a:buClr>
                <a:schemeClr val="accent1"/>
              </a:buClr>
              <a:defRPr sz="2000"/>
            </a:lvl1pPr>
            <a:lvl2pPr>
              <a:buClr>
                <a:srgbClr val="FBB031"/>
              </a:buClr>
              <a:defRPr sz="1800"/>
            </a:lvl2pPr>
            <a:lvl3pPr>
              <a:buClr>
                <a:srgbClr val="8B857B"/>
              </a:buClr>
              <a:defRPr sz="1600"/>
            </a:lvl3pPr>
            <a:lvl4pPr>
              <a:buClr>
                <a:schemeClr val="accent3"/>
              </a:buClr>
              <a:defRPr sz="1400"/>
            </a:lvl4pPr>
            <a:lvl5pPr>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5D4A5085-02C7-C249-93B0-AC3B6836CB82}"/>
              </a:ext>
            </a:extLst>
          </p:cNvPr>
          <p:cNvSpPr>
            <a:spLocks noGrp="1"/>
          </p:cNvSpPr>
          <p:nvPr>
            <p:ph type="sldNum" sz="quarter" idx="12"/>
          </p:nvPr>
        </p:nvSpPr>
        <p:spPr>
          <a:xfrm>
            <a:off x="9146427" y="6380538"/>
            <a:ext cx="2743200" cy="365125"/>
          </a:xfrm>
          <a:prstGeom prst="rect">
            <a:avLst/>
          </a:prstGeom>
        </p:spPr>
        <p:txBody>
          <a:bodyPr/>
          <a:lstStyle>
            <a:lvl1pPr algn="r">
              <a:defRPr sz="1000">
                <a:solidFill>
                  <a:schemeClr val="bg1"/>
                </a:solidFill>
              </a:defRPr>
            </a:lvl1pPr>
          </a:lstStyle>
          <a:p>
            <a:fld id="{5C35FCF4-C3EF-BD43-82E0-05BC237DAD2A}" type="slidenum">
              <a:rPr lang="en-US" smtClean="0"/>
              <a:pPr/>
              <a:t>‹#›</a:t>
            </a:fld>
            <a:endParaRPr lang="en-US" dirty="0"/>
          </a:p>
        </p:txBody>
      </p:sp>
      <p:sp>
        <p:nvSpPr>
          <p:cNvPr id="10" name="Title 1">
            <a:extLst>
              <a:ext uri="{FF2B5EF4-FFF2-40B4-BE49-F238E27FC236}">
                <a16:creationId xmlns:a16="http://schemas.microsoft.com/office/drawing/2014/main" id="{5CF9A15B-E143-B248-AA59-A29370229760}"/>
              </a:ext>
            </a:extLst>
          </p:cNvPr>
          <p:cNvSpPr>
            <a:spLocks noGrp="1"/>
          </p:cNvSpPr>
          <p:nvPr>
            <p:ph type="title"/>
          </p:nvPr>
        </p:nvSpPr>
        <p:spPr>
          <a:xfrm>
            <a:off x="562628" y="463968"/>
            <a:ext cx="9724372" cy="1033398"/>
          </a:xfrm>
          <a:prstGeom prst="rect">
            <a:avLst/>
          </a:prstGeom>
        </p:spPr>
        <p:txBody>
          <a:bodyPr anchor="ctr" anchorCtr="0">
            <a:normAutofit/>
          </a:bodyPr>
          <a:lstStyle>
            <a:lvl1pPr>
              <a:lnSpc>
                <a:spcPts val="3800"/>
              </a:lnSpc>
              <a:defRPr sz="3600" b="1">
                <a:solidFill>
                  <a:schemeClr val="accent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683883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tem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0016D1F-0C29-D446-876E-DD6C096D7311}"/>
              </a:ext>
            </a:extLst>
          </p:cNvPr>
          <p:cNvSpPr>
            <a:spLocks noGrp="1"/>
          </p:cNvSpPr>
          <p:nvPr>
            <p:ph type="body" sz="quarter" idx="10" hasCustomPrompt="1"/>
          </p:nvPr>
        </p:nvSpPr>
        <p:spPr>
          <a:xfrm>
            <a:off x="1578280" y="1168640"/>
            <a:ext cx="8749432" cy="4621427"/>
          </a:xfrm>
          <a:prstGeom prst="rect">
            <a:avLst/>
          </a:prstGeom>
        </p:spPr>
        <p:txBody>
          <a:bodyPr anchor="ctr" anchorCtr="0"/>
          <a:lstStyle>
            <a:lvl1pPr marL="0" indent="0">
              <a:lnSpc>
                <a:spcPts val="6200"/>
              </a:lnSpc>
              <a:spcBef>
                <a:spcPts val="0"/>
              </a:spcBef>
              <a:buNone/>
              <a:defRPr sz="6000" b="1">
                <a:solidFill>
                  <a:schemeClr val="accent1"/>
                </a:solidFill>
                <a:latin typeface="+mn-lt"/>
              </a:defRPr>
            </a:lvl1pPr>
          </a:lstStyle>
          <a:p>
            <a:pPr lvl="0"/>
            <a:r>
              <a:rPr lang="en-US" dirty="0"/>
              <a:t>This slide is for one big, bold statement. Bullet points can’t compete! </a:t>
            </a:r>
          </a:p>
        </p:txBody>
      </p:sp>
    </p:spTree>
    <p:extLst>
      <p:ext uri="{BB962C8B-B14F-4D97-AF65-F5344CB8AC3E}">
        <p14:creationId xmlns:p14="http://schemas.microsoft.com/office/powerpoint/2010/main" val="3997480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clud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E78C2-47AD-C340-9456-D9F9B3D30035}"/>
              </a:ext>
            </a:extLst>
          </p:cNvPr>
          <p:cNvSpPr>
            <a:spLocks noGrp="1"/>
          </p:cNvSpPr>
          <p:nvPr>
            <p:ph type="ctrTitle" hasCustomPrompt="1"/>
          </p:nvPr>
        </p:nvSpPr>
        <p:spPr>
          <a:xfrm>
            <a:off x="1578279" y="1577649"/>
            <a:ext cx="8418337" cy="1928468"/>
          </a:xfrm>
          <a:prstGeom prst="rect">
            <a:avLst/>
          </a:prstGeom>
        </p:spPr>
        <p:txBody>
          <a:bodyPr anchor="b">
            <a:normAutofit/>
          </a:bodyPr>
          <a:lstStyle>
            <a:lvl1pPr algn="l">
              <a:lnSpc>
                <a:spcPts val="3800"/>
              </a:lnSpc>
              <a:defRPr sz="3600" b="1">
                <a:solidFill>
                  <a:schemeClr val="accent1"/>
                </a:solidFill>
                <a:latin typeface="+mn-lt"/>
              </a:defRPr>
            </a:lvl1pPr>
          </a:lstStyle>
          <a:p>
            <a:r>
              <a:rPr lang="en-US" dirty="0"/>
              <a:t>Thank you for attending! </a:t>
            </a:r>
            <a:br>
              <a:rPr lang="en-US" dirty="0"/>
            </a:br>
            <a:r>
              <a:rPr lang="en-US" dirty="0"/>
              <a:t>and/or other concluding message</a:t>
            </a:r>
          </a:p>
        </p:txBody>
      </p:sp>
      <p:sp>
        <p:nvSpPr>
          <p:cNvPr id="3" name="Subtitle 2">
            <a:extLst>
              <a:ext uri="{FF2B5EF4-FFF2-40B4-BE49-F238E27FC236}">
                <a16:creationId xmlns:a16="http://schemas.microsoft.com/office/drawing/2014/main" id="{336038AA-9B5A-234E-B6E1-FE9722AB0657}"/>
              </a:ext>
            </a:extLst>
          </p:cNvPr>
          <p:cNvSpPr>
            <a:spLocks noGrp="1"/>
          </p:cNvSpPr>
          <p:nvPr>
            <p:ph type="subTitle" idx="1" hasCustomPrompt="1"/>
          </p:nvPr>
        </p:nvSpPr>
        <p:spPr>
          <a:xfrm>
            <a:off x="1578279" y="3521318"/>
            <a:ext cx="8418337" cy="780997"/>
          </a:xfrm>
          <a:prstGeom prst="rect">
            <a:avLst/>
          </a:prstGeom>
        </p:spPr>
        <p:txBody>
          <a:bodyPr/>
          <a:lstStyle>
            <a:lvl1pPr marL="0" indent="0" algn="l">
              <a:lnSpc>
                <a:spcPts val="2600"/>
              </a:lnSpc>
              <a:spcBef>
                <a:spcPts val="0"/>
              </a:spcBef>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For more information go to </a:t>
            </a:r>
            <a:r>
              <a:rPr lang="en-US" dirty="0" err="1"/>
              <a:t>ucalgary.ca</a:t>
            </a:r>
            <a:r>
              <a:rPr lang="en-US" dirty="0"/>
              <a:t>/</a:t>
            </a:r>
            <a:r>
              <a:rPr lang="en-US" dirty="0" err="1"/>
              <a:t>webaddress</a:t>
            </a:r>
            <a:endParaRPr lang="en-US" dirty="0"/>
          </a:p>
        </p:txBody>
      </p:sp>
      <p:sp>
        <p:nvSpPr>
          <p:cNvPr id="10" name="Text Placeholder 9">
            <a:extLst>
              <a:ext uri="{FF2B5EF4-FFF2-40B4-BE49-F238E27FC236}">
                <a16:creationId xmlns:a16="http://schemas.microsoft.com/office/drawing/2014/main" id="{13FD472B-32E4-8A46-90E5-97757DC24EE5}"/>
              </a:ext>
            </a:extLst>
          </p:cNvPr>
          <p:cNvSpPr>
            <a:spLocks noGrp="1"/>
          </p:cNvSpPr>
          <p:nvPr>
            <p:ph type="body" sz="quarter" idx="10" hasCustomPrompt="1"/>
          </p:nvPr>
        </p:nvSpPr>
        <p:spPr>
          <a:xfrm>
            <a:off x="1578279" y="4317516"/>
            <a:ext cx="8418337" cy="1468879"/>
          </a:xfrm>
          <a:prstGeom prst="rect">
            <a:avLst/>
          </a:prstGeom>
        </p:spPr>
        <p:txBody>
          <a:bodyPr anchor="b" anchorCtr="0">
            <a:noAutofit/>
          </a:bodyPr>
          <a:lstStyle>
            <a:lvl1pPr marL="0" indent="0">
              <a:lnSpc>
                <a:spcPts val="2000"/>
              </a:lnSpc>
              <a:spcBef>
                <a:spcPts val="0"/>
              </a:spcBef>
              <a:buNone/>
              <a:defRPr sz="1800" b="0">
                <a:solidFill>
                  <a:schemeClr val="tx1"/>
                </a:solidFill>
              </a:defRPr>
            </a:lvl1pPr>
          </a:lstStyle>
          <a:p>
            <a:pPr lvl="0"/>
            <a:r>
              <a:rPr lang="en-US" dirty="0"/>
              <a:t>Presenter’s Name</a:t>
            </a:r>
            <a:br>
              <a:rPr lang="en-US" dirty="0"/>
            </a:br>
            <a:r>
              <a:rPr lang="en-US" dirty="0" err="1"/>
              <a:t>presentersemail@ucalgary.ca</a:t>
            </a:r>
            <a:br>
              <a:rPr lang="en-US" dirty="0"/>
            </a:br>
            <a:r>
              <a:rPr lang="en-US" dirty="0"/>
              <a:t>Phone number / Twitter handle / additional contact info</a:t>
            </a:r>
          </a:p>
        </p:txBody>
      </p:sp>
    </p:spTree>
    <p:extLst>
      <p:ext uri="{BB962C8B-B14F-4D97-AF65-F5344CB8AC3E}">
        <p14:creationId xmlns:p14="http://schemas.microsoft.com/office/powerpoint/2010/main" val="1795914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9830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4" r:id="rId5"/>
    <p:sldLayoutId id="2147483657"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BE60-5D8F-6C41-A517-E4C3855CFB66}"/>
              </a:ext>
            </a:extLst>
          </p:cNvPr>
          <p:cNvSpPr>
            <a:spLocks noGrp="1"/>
          </p:cNvSpPr>
          <p:nvPr>
            <p:ph type="ctrTitle"/>
          </p:nvPr>
        </p:nvSpPr>
        <p:spPr/>
        <p:txBody>
          <a:bodyPr/>
          <a:lstStyle/>
          <a:p>
            <a:r>
              <a:rPr lang="en-US" sz="6000" dirty="0"/>
              <a:t>Electricity Production, Use and Price Analysis</a:t>
            </a:r>
            <a:endParaRPr lang="en-US" dirty="0"/>
          </a:p>
        </p:txBody>
      </p:sp>
      <p:sp>
        <p:nvSpPr>
          <p:cNvPr id="3" name="Subtitle 2">
            <a:extLst>
              <a:ext uri="{FF2B5EF4-FFF2-40B4-BE49-F238E27FC236}">
                <a16:creationId xmlns:a16="http://schemas.microsoft.com/office/drawing/2014/main" id="{59828DA3-9E9C-174C-A096-933EB68D54B0}"/>
              </a:ext>
            </a:extLst>
          </p:cNvPr>
          <p:cNvSpPr>
            <a:spLocks noGrp="1"/>
          </p:cNvSpPr>
          <p:nvPr>
            <p:ph type="subTitle" idx="1"/>
          </p:nvPr>
        </p:nvSpPr>
        <p:spPr/>
        <p:txBody>
          <a:bodyPr/>
          <a:lstStyle/>
          <a:p>
            <a:r>
              <a:rPr lang="en-US" sz="2400" b="1" dirty="0">
                <a:solidFill>
                  <a:schemeClr val="dk1"/>
                </a:solidFill>
                <a:latin typeface="Calibri"/>
                <a:ea typeface="Calibri"/>
                <a:cs typeface="Calibri"/>
                <a:sym typeface="Calibri"/>
              </a:rPr>
              <a:t>Factors influencing Calgary </a:t>
            </a:r>
            <a:r>
              <a:rPr lang="en-US" sz="2400" b="1" i="0" u="none" strike="noStrike" cap="none" dirty="0">
                <a:solidFill>
                  <a:schemeClr val="dk1"/>
                </a:solidFill>
                <a:latin typeface="Calibri"/>
                <a:ea typeface="Calibri"/>
                <a:cs typeface="Calibri"/>
                <a:sym typeface="Calibri"/>
              </a:rPr>
              <a:t>power price</a:t>
            </a:r>
            <a:r>
              <a:rPr lang="en-US" sz="2400" b="1" dirty="0">
                <a:solidFill>
                  <a:schemeClr val="dk1"/>
                </a:solidFill>
                <a:latin typeface="Calibri"/>
                <a:ea typeface="Calibri"/>
                <a:cs typeface="Calibri"/>
                <a:sym typeface="Calibri"/>
              </a:rPr>
              <a:t>s,</a:t>
            </a:r>
            <a:r>
              <a:rPr lang="en-US" sz="2400" b="1" i="0" u="none" strike="noStrike" cap="none" dirty="0">
                <a:solidFill>
                  <a:schemeClr val="dk1"/>
                </a:solidFill>
                <a:latin typeface="Calibri"/>
                <a:ea typeface="Calibri"/>
                <a:cs typeface="Calibri"/>
                <a:sym typeface="Calibri"/>
              </a:rPr>
              <a:t> electrical grid </a:t>
            </a:r>
            <a:r>
              <a:rPr lang="en-US" sz="2400" b="1" dirty="0">
                <a:solidFill>
                  <a:schemeClr val="dk1"/>
                </a:solidFill>
                <a:latin typeface="Calibri"/>
                <a:ea typeface="Calibri"/>
                <a:cs typeface="Calibri"/>
                <a:sym typeface="Calibri"/>
              </a:rPr>
              <a:t>l</a:t>
            </a:r>
            <a:r>
              <a:rPr lang="en-US" sz="2400" b="1" i="0" u="none" strike="noStrike" cap="none" dirty="0">
                <a:solidFill>
                  <a:schemeClr val="dk1"/>
                </a:solidFill>
                <a:latin typeface="Calibri"/>
                <a:ea typeface="Calibri"/>
                <a:cs typeface="Calibri"/>
                <a:sym typeface="Calibri"/>
              </a:rPr>
              <a:t>oad</a:t>
            </a:r>
            <a:r>
              <a:rPr lang="en-US" sz="2400" b="1" dirty="0">
                <a:solidFill>
                  <a:schemeClr val="dk1"/>
                </a:solidFill>
                <a:latin typeface="Calibri"/>
                <a:ea typeface="Calibri"/>
                <a:cs typeface="Calibri"/>
                <a:sym typeface="Calibri"/>
              </a:rPr>
              <a:t> and production mix</a:t>
            </a:r>
            <a:endParaRPr lang="en-US" sz="2000" dirty="0"/>
          </a:p>
          <a:p>
            <a:r>
              <a:rPr lang="en-US" dirty="0"/>
              <a:t>	</a:t>
            </a:r>
          </a:p>
        </p:txBody>
      </p:sp>
      <p:sp>
        <p:nvSpPr>
          <p:cNvPr id="4" name="Text Placeholder 3">
            <a:extLst>
              <a:ext uri="{FF2B5EF4-FFF2-40B4-BE49-F238E27FC236}">
                <a16:creationId xmlns:a16="http://schemas.microsoft.com/office/drawing/2014/main" id="{13E932DF-6BEC-8349-9E3C-C74C19687D56}"/>
              </a:ext>
            </a:extLst>
          </p:cNvPr>
          <p:cNvSpPr>
            <a:spLocks noGrp="1"/>
          </p:cNvSpPr>
          <p:nvPr>
            <p:ph type="body" sz="quarter" idx="10"/>
          </p:nvPr>
        </p:nvSpPr>
        <p:spPr>
          <a:xfrm>
            <a:off x="1191909" y="4398461"/>
            <a:ext cx="7841294" cy="1697539"/>
          </a:xfrm>
        </p:spPr>
        <p:txBody>
          <a:bodyPr/>
          <a:lstStyle/>
          <a:p>
            <a:pPr marL="0" lvl="0" indent="0" algn="l" rtl="0">
              <a:lnSpc>
                <a:spcPct val="115000"/>
              </a:lnSpc>
              <a:spcBef>
                <a:spcPts val="0"/>
              </a:spcBef>
              <a:spcAft>
                <a:spcPts val="0"/>
              </a:spcAft>
              <a:buNone/>
            </a:pPr>
            <a:r>
              <a:rPr lang="en-US" sz="1800" dirty="0">
                <a:solidFill>
                  <a:schemeClr val="dk1"/>
                </a:solidFill>
              </a:rPr>
              <a:t>Daniela Mañozca Cruz </a:t>
            </a:r>
          </a:p>
          <a:p>
            <a:pPr marL="0" lvl="0" indent="0" algn="l" rtl="0">
              <a:lnSpc>
                <a:spcPct val="115000"/>
              </a:lnSpc>
              <a:spcBef>
                <a:spcPts val="0"/>
              </a:spcBef>
              <a:spcAft>
                <a:spcPts val="0"/>
              </a:spcAft>
              <a:buNone/>
            </a:pPr>
            <a:r>
              <a:rPr lang="en-US" sz="1800" dirty="0">
                <a:solidFill>
                  <a:schemeClr val="dk1"/>
                </a:solidFill>
              </a:rPr>
              <a:t>Gautham Nagaraj</a:t>
            </a:r>
          </a:p>
          <a:p>
            <a:pPr marL="0" lvl="0" indent="0" algn="l" rtl="0">
              <a:lnSpc>
                <a:spcPct val="115000"/>
              </a:lnSpc>
              <a:spcBef>
                <a:spcPts val="0"/>
              </a:spcBef>
              <a:spcAft>
                <a:spcPts val="0"/>
              </a:spcAft>
              <a:buNone/>
            </a:pPr>
            <a:r>
              <a:rPr lang="en-US" sz="1800" dirty="0">
                <a:solidFill>
                  <a:schemeClr val="dk1"/>
                </a:solidFill>
              </a:rPr>
              <a:t>Jeremy Reid </a:t>
            </a:r>
          </a:p>
          <a:p>
            <a:pPr marL="0" lvl="0" indent="0" algn="l" rtl="0">
              <a:lnSpc>
                <a:spcPct val="115000"/>
              </a:lnSpc>
              <a:spcBef>
                <a:spcPts val="0"/>
              </a:spcBef>
              <a:spcAft>
                <a:spcPts val="0"/>
              </a:spcAft>
              <a:buNone/>
            </a:pPr>
            <a:r>
              <a:rPr lang="en-US" sz="1800" dirty="0">
                <a:solidFill>
                  <a:schemeClr val="dk1"/>
                </a:solidFill>
              </a:rPr>
              <a:t>Joao Ricardo Bertti Targino</a:t>
            </a:r>
            <a:endParaRPr lang="en-US" sz="2400" dirty="0"/>
          </a:p>
          <a:p>
            <a:endParaRPr lang="en-US" dirty="0"/>
          </a:p>
        </p:txBody>
      </p:sp>
    </p:spTree>
    <p:extLst>
      <p:ext uri="{BB962C8B-B14F-4D97-AF65-F5344CB8AC3E}">
        <p14:creationId xmlns:p14="http://schemas.microsoft.com/office/powerpoint/2010/main" val="36824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2AD0-B422-9948-BB03-1443DE901CD6}"/>
              </a:ext>
            </a:extLst>
          </p:cNvPr>
          <p:cNvSpPr>
            <a:spLocks noGrp="1"/>
          </p:cNvSpPr>
          <p:nvPr>
            <p:ph type="title"/>
          </p:nvPr>
        </p:nvSpPr>
        <p:spPr/>
        <p:txBody>
          <a:bodyPr/>
          <a:lstStyle/>
          <a:p>
            <a:r>
              <a:rPr lang="en-US" dirty="0"/>
              <a:t>Domain/Background of the data</a:t>
            </a:r>
          </a:p>
        </p:txBody>
      </p:sp>
      <p:sp>
        <p:nvSpPr>
          <p:cNvPr id="3" name="Content Placeholder 2">
            <a:extLst>
              <a:ext uri="{FF2B5EF4-FFF2-40B4-BE49-F238E27FC236}">
                <a16:creationId xmlns:a16="http://schemas.microsoft.com/office/drawing/2014/main" id="{5480ABD6-B0BD-B94F-9DA7-56F8E322B8EC}"/>
              </a:ext>
            </a:extLst>
          </p:cNvPr>
          <p:cNvSpPr>
            <a:spLocks noGrp="1"/>
          </p:cNvSpPr>
          <p:nvPr>
            <p:ph idx="1"/>
          </p:nvPr>
        </p:nvSpPr>
        <p:spPr/>
        <p:txBody>
          <a:bodyPr/>
          <a:lstStyle/>
          <a:p>
            <a:r>
              <a:rPr lang="en-US" sz="1800" b="0" i="0" dirty="0">
                <a:effectLst/>
                <a:latin typeface="system-ui"/>
              </a:rPr>
              <a:t>Alberta established a deregulated electricity market in 1996 with the Electric Utilities Act (EUA), creating the possibility for private companies to compete for customers</a:t>
            </a:r>
          </a:p>
          <a:p>
            <a:r>
              <a:rPr lang="en-US" sz="1800" dirty="0"/>
              <a:t>The Alberta Electric System Operator (AESO) is an independent system operator leading the planning and operation of the Alberta electrical system</a:t>
            </a:r>
          </a:p>
          <a:p>
            <a:r>
              <a:rPr lang="en-US" sz="1800" dirty="0"/>
              <a:t>The AESO also collects and evaluates industry data with some data made available to the public and will be the primary data source for this project, for this project the agencies will include AESO and balancing pool</a:t>
            </a:r>
          </a:p>
          <a:p>
            <a:r>
              <a:rPr lang="en-US" sz="1800" dirty="0"/>
              <a:t>The Balancing Pool ensures stability in Alberta's electricity market by managing risks associated with power purchase agreements; contracts that facilitate the sale of electricity from power generators to consumers or retailers</a:t>
            </a:r>
          </a:p>
          <a:p>
            <a:r>
              <a:rPr lang="en-US" sz="1800" dirty="0"/>
              <a:t>The Balancing Pool administers the Power Pool, a wholesale electricity market or ‘spot market’. The Power Pool matches the lowest-priced supply with demand by establishing a pool price that is revised hourly</a:t>
            </a:r>
          </a:p>
        </p:txBody>
      </p:sp>
      <p:sp>
        <p:nvSpPr>
          <p:cNvPr id="4" name="Slide Number Placeholder 3">
            <a:extLst>
              <a:ext uri="{FF2B5EF4-FFF2-40B4-BE49-F238E27FC236}">
                <a16:creationId xmlns:a16="http://schemas.microsoft.com/office/drawing/2014/main" id="{724FA3F3-625E-CA46-8A0A-6A0AF37CFDC8}"/>
              </a:ext>
            </a:extLst>
          </p:cNvPr>
          <p:cNvSpPr>
            <a:spLocks noGrp="1"/>
          </p:cNvSpPr>
          <p:nvPr>
            <p:ph type="sldNum" sz="quarter" idx="12"/>
          </p:nvPr>
        </p:nvSpPr>
        <p:spPr/>
        <p:txBody>
          <a:bodyPr/>
          <a:lstStyle/>
          <a:p>
            <a:fld id="{5C35FCF4-C3EF-BD43-82E0-05BC237DAD2A}" type="slidenum">
              <a:rPr lang="en-US" smtClean="0"/>
              <a:pPr/>
              <a:t>2</a:t>
            </a:fld>
            <a:endParaRPr lang="en-US" dirty="0"/>
          </a:p>
        </p:txBody>
      </p:sp>
    </p:spTree>
    <p:extLst>
      <p:ext uri="{BB962C8B-B14F-4D97-AF65-F5344CB8AC3E}">
        <p14:creationId xmlns:p14="http://schemas.microsoft.com/office/powerpoint/2010/main" val="14210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65DF-767B-24D1-1E1D-14E4FF0CDECF}"/>
              </a:ext>
            </a:extLst>
          </p:cNvPr>
          <p:cNvSpPr>
            <a:spLocks noGrp="1"/>
          </p:cNvSpPr>
          <p:nvPr>
            <p:ph type="title"/>
          </p:nvPr>
        </p:nvSpPr>
        <p:spPr/>
        <p:txBody>
          <a:bodyPr>
            <a:normAutofit/>
          </a:bodyPr>
          <a:lstStyle/>
          <a:p>
            <a:r>
              <a:rPr lang="en-US" dirty="0"/>
              <a:t>Who are the different providers?	</a:t>
            </a:r>
            <a:endParaRPr lang="en-IN" dirty="0"/>
          </a:p>
        </p:txBody>
      </p:sp>
      <p:sp>
        <p:nvSpPr>
          <p:cNvPr id="3" name="Content Placeholder 2">
            <a:extLst>
              <a:ext uri="{FF2B5EF4-FFF2-40B4-BE49-F238E27FC236}">
                <a16:creationId xmlns:a16="http://schemas.microsoft.com/office/drawing/2014/main" id="{2C3485C5-5A29-46EE-605E-6B2194CEA6D7}"/>
              </a:ext>
            </a:extLst>
          </p:cNvPr>
          <p:cNvSpPr>
            <a:spLocks noGrp="1"/>
          </p:cNvSpPr>
          <p:nvPr>
            <p:ph idx="1"/>
          </p:nvPr>
        </p:nvSpPr>
        <p:spPr/>
        <p:txBody>
          <a:bodyPr/>
          <a:lstStyle/>
          <a:p>
            <a:r>
              <a:rPr lang="en-US" sz="1800" b="0" i="0" dirty="0">
                <a:effectLst/>
                <a:latin typeface="system-ui"/>
              </a:rPr>
              <a:t>The market has multiple private providers such as ENMAX, ATCO, ENCOR and Direct Energy</a:t>
            </a:r>
          </a:p>
          <a:p>
            <a:r>
              <a:rPr lang="en-US" sz="1800" dirty="0"/>
              <a:t>Companies have the option of generating their power and selling directly to consumers or buying short-term contracts on the spot market</a:t>
            </a:r>
          </a:p>
          <a:p>
            <a:r>
              <a:rPr lang="en-US" sz="1800" dirty="0"/>
              <a:t>The power supplied to the spot market is primarily generated by private entities, but includes public generation assets</a:t>
            </a:r>
          </a:p>
          <a:p>
            <a:r>
              <a:rPr lang="en-US" sz="1800" dirty="0"/>
              <a:t>For this project,  we will be looking at the market demand and the </a:t>
            </a:r>
            <a:r>
              <a:rPr lang="en-US" sz="1800" dirty="0">
                <a:solidFill>
                  <a:srgbClr val="FF0000"/>
                </a:solidFill>
              </a:rPr>
              <a:t>respective generation price of ENMAX</a:t>
            </a:r>
            <a:endParaRPr lang="en-IN" sz="1800" dirty="0">
              <a:solidFill>
                <a:srgbClr val="FF0000"/>
              </a:solidFill>
            </a:endParaRPr>
          </a:p>
        </p:txBody>
      </p:sp>
      <p:sp>
        <p:nvSpPr>
          <p:cNvPr id="4" name="Slide Number Placeholder 3">
            <a:extLst>
              <a:ext uri="{FF2B5EF4-FFF2-40B4-BE49-F238E27FC236}">
                <a16:creationId xmlns:a16="http://schemas.microsoft.com/office/drawing/2014/main" id="{6B9C625D-9F02-E6D9-A336-9651482EBB60}"/>
              </a:ext>
            </a:extLst>
          </p:cNvPr>
          <p:cNvSpPr>
            <a:spLocks noGrp="1"/>
          </p:cNvSpPr>
          <p:nvPr>
            <p:ph type="sldNum" sz="quarter" idx="12"/>
          </p:nvPr>
        </p:nvSpPr>
        <p:spPr/>
        <p:txBody>
          <a:bodyPr/>
          <a:lstStyle/>
          <a:p>
            <a:fld id="{5C35FCF4-C3EF-BD43-82E0-05BC237DAD2A}" type="slidenum">
              <a:rPr lang="en-US" smtClean="0"/>
              <a:pPr/>
              <a:t>3</a:t>
            </a:fld>
            <a:endParaRPr lang="en-US" dirty="0"/>
          </a:p>
        </p:txBody>
      </p:sp>
      <p:pic>
        <p:nvPicPr>
          <p:cNvPr id="6" name="Picture 5">
            <a:extLst>
              <a:ext uri="{FF2B5EF4-FFF2-40B4-BE49-F238E27FC236}">
                <a16:creationId xmlns:a16="http://schemas.microsoft.com/office/drawing/2014/main" id="{3F31F17B-B2DB-05EE-1819-587038A9ECA1}"/>
              </a:ext>
            </a:extLst>
          </p:cNvPr>
          <p:cNvPicPr>
            <a:picLocks noChangeAspect="1"/>
          </p:cNvPicPr>
          <p:nvPr/>
        </p:nvPicPr>
        <p:blipFill>
          <a:blip r:embed="rId2"/>
          <a:stretch>
            <a:fillRect/>
          </a:stretch>
        </p:blipFill>
        <p:spPr>
          <a:xfrm>
            <a:off x="120948" y="4533369"/>
            <a:ext cx="2639669" cy="1355496"/>
          </a:xfrm>
          <a:prstGeom prst="rect">
            <a:avLst/>
          </a:prstGeom>
        </p:spPr>
      </p:pic>
      <p:pic>
        <p:nvPicPr>
          <p:cNvPr id="8" name="Picture 7">
            <a:extLst>
              <a:ext uri="{FF2B5EF4-FFF2-40B4-BE49-F238E27FC236}">
                <a16:creationId xmlns:a16="http://schemas.microsoft.com/office/drawing/2014/main" id="{CEF5B789-23BB-AB6B-9C22-2F13B892D847}"/>
              </a:ext>
            </a:extLst>
          </p:cNvPr>
          <p:cNvPicPr>
            <a:picLocks noChangeAspect="1"/>
          </p:cNvPicPr>
          <p:nvPr/>
        </p:nvPicPr>
        <p:blipFill>
          <a:blip r:embed="rId3"/>
          <a:stretch>
            <a:fillRect/>
          </a:stretch>
        </p:blipFill>
        <p:spPr>
          <a:xfrm>
            <a:off x="2859730" y="4533369"/>
            <a:ext cx="3305939" cy="1355496"/>
          </a:xfrm>
          <a:prstGeom prst="rect">
            <a:avLst/>
          </a:prstGeom>
        </p:spPr>
      </p:pic>
      <p:pic>
        <p:nvPicPr>
          <p:cNvPr id="10" name="Picture 9">
            <a:extLst>
              <a:ext uri="{FF2B5EF4-FFF2-40B4-BE49-F238E27FC236}">
                <a16:creationId xmlns:a16="http://schemas.microsoft.com/office/drawing/2014/main" id="{F0E2AA8C-0622-FE52-605C-7D93E35E2906}"/>
              </a:ext>
            </a:extLst>
          </p:cNvPr>
          <p:cNvPicPr>
            <a:picLocks noChangeAspect="1"/>
          </p:cNvPicPr>
          <p:nvPr/>
        </p:nvPicPr>
        <p:blipFill>
          <a:blip r:embed="rId4"/>
          <a:stretch>
            <a:fillRect/>
          </a:stretch>
        </p:blipFill>
        <p:spPr>
          <a:xfrm>
            <a:off x="6286903" y="4533367"/>
            <a:ext cx="3045367" cy="1355497"/>
          </a:xfrm>
          <a:prstGeom prst="rect">
            <a:avLst/>
          </a:prstGeom>
        </p:spPr>
      </p:pic>
      <p:pic>
        <p:nvPicPr>
          <p:cNvPr id="12" name="Picture 11">
            <a:extLst>
              <a:ext uri="{FF2B5EF4-FFF2-40B4-BE49-F238E27FC236}">
                <a16:creationId xmlns:a16="http://schemas.microsoft.com/office/drawing/2014/main" id="{9373E882-74B2-13CB-53DE-51C02B2CA7BD}"/>
              </a:ext>
            </a:extLst>
          </p:cNvPr>
          <p:cNvPicPr>
            <a:picLocks noChangeAspect="1"/>
          </p:cNvPicPr>
          <p:nvPr/>
        </p:nvPicPr>
        <p:blipFill>
          <a:blip r:embed="rId5"/>
          <a:stretch>
            <a:fillRect/>
          </a:stretch>
        </p:blipFill>
        <p:spPr>
          <a:xfrm>
            <a:off x="9453505" y="4533369"/>
            <a:ext cx="1275176" cy="1355495"/>
          </a:xfrm>
          <a:prstGeom prst="rect">
            <a:avLst/>
          </a:prstGeom>
        </p:spPr>
      </p:pic>
    </p:spTree>
    <p:extLst>
      <p:ext uri="{BB962C8B-B14F-4D97-AF65-F5344CB8AC3E}">
        <p14:creationId xmlns:p14="http://schemas.microsoft.com/office/powerpoint/2010/main" val="443483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0AB8E-7B40-9F18-0EC7-4E1126527C3B}"/>
              </a:ext>
            </a:extLst>
          </p:cNvPr>
          <p:cNvSpPr>
            <a:spLocks noGrp="1"/>
          </p:cNvSpPr>
          <p:nvPr>
            <p:ph type="title"/>
          </p:nvPr>
        </p:nvSpPr>
        <p:spPr/>
        <p:txBody>
          <a:bodyPr/>
          <a:lstStyle/>
          <a:p>
            <a:r>
              <a:rPr lang="en-US" dirty="0"/>
              <a:t>Objective		</a:t>
            </a:r>
            <a:endParaRPr lang="en-IN" dirty="0"/>
          </a:p>
        </p:txBody>
      </p:sp>
      <p:sp>
        <p:nvSpPr>
          <p:cNvPr id="3" name="Content Placeholder 2">
            <a:extLst>
              <a:ext uri="{FF2B5EF4-FFF2-40B4-BE49-F238E27FC236}">
                <a16:creationId xmlns:a16="http://schemas.microsoft.com/office/drawing/2014/main" id="{59AC0C05-3BC4-DD84-FAA2-902007B1AAF0}"/>
              </a:ext>
            </a:extLst>
          </p:cNvPr>
          <p:cNvSpPr>
            <a:spLocks noGrp="1"/>
          </p:cNvSpPr>
          <p:nvPr>
            <p:ph idx="1"/>
          </p:nvPr>
        </p:nvSpPr>
        <p:spPr>
          <a:xfrm>
            <a:off x="562628" y="2447109"/>
            <a:ext cx="9724372" cy="2804160"/>
          </a:xfrm>
        </p:spPr>
        <p:txBody>
          <a:bodyPr/>
          <a:lstStyle/>
          <a:p>
            <a:r>
              <a:rPr lang="en-US" sz="2000" dirty="0"/>
              <a:t>Better understand the market dynamics of Alberta’s deregulated system</a:t>
            </a:r>
          </a:p>
          <a:p>
            <a:r>
              <a:rPr lang="en-IN" sz="2000" dirty="0"/>
              <a:t>Study the relationship between demand and spot prices based on </a:t>
            </a:r>
            <a:r>
              <a:rPr lang="en-US" sz="2000" dirty="0"/>
              <a:t>variables from available dataset including weather, population growth, and generation by different sources</a:t>
            </a:r>
          </a:p>
          <a:p>
            <a:r>
              <a:rPr lang="en-IN" sz="2000" dirty="0"/>
              <a:t>Develop a time-series model that can visualize the difference in spot prices depending on the variables mentioned previously</a:t>
            </a:r>
          </a:p>
          <a:p>
            <a:r>
              <a:rPr lang="en-IN" sz="2000" dirty="0"/>
              <a:t>Understand the different energy sources and the amount of electricity generated from each of these sources</a:t>
            </a:r>
          </a:p>
          <a:p>
            <a:endParaRPr lang="en-IN" sz="1800" dirty="0"/>
          </a:p>
          <a:p>
            <a:endParaRPr lang="en-IN" sz="1800" dirty="0"/>
          </a:p>
        </p:txBody>
      </p:sp>
      <p:sp>
        <p:nvSpPr>
          <p:cNvPr id="4" name="Slide Number Placeholder 3">
            <a:extLst>
              <a:ext uri="{FF2B5EF4-FFF2-40B4-BE49-F238E27FC236}">
                <a16:creationId xmlns:a16="http://schemas.microsoft.com/office/drawing/2014/main" id="{FC35C989-193C-3FDB-0D2E-F1FCBE3DFF66}"/>
              </a:ext>
            </a:extLst>
          </p:cNvPr>
          <p:cNvSpPr>
            <a:spLocks noGrp="1"/>
          </p:cNvSpPr>
          <p:nvPr>
            <p:ph type="sldNum" sz="quarter" idx="12"/>
          </p:nvPr>
        </p:nvSpPr>
        <p:spPr/>
        <p:txBody>
          <a:bodyPr/>
          <a:lstStyle/>
          <a:p>
            <a:fld id="{5C35FCF4-C3EF-BD43-82E0-05BC237DAD2A}" type="slidenum">
              <a:rPr lang="en-US" smtClean="0"/>
              <a:pPr/>
              <a:t>4</a:t>
            </a:fld>
            <a:endParaRPr lang="en-US" dirty="0"/>
          </a:p>
        </p:txBody>
      </p:sp>
    </p:spTree>
    <p:extLst>
      <p:ext uri="{BB962C8B-B14F-4D97-AF65-F5344CB8AC3E}">
        <p14:creationId xmlns:p14="http://schemas.microsoft.com/office/powerpoint/2010/main" val="391336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F3D9-632A-4572-7B67-691790442369}"/>
              </a:ext>
            </a:extLst>
          </p:cNvPr>
          <p:cNvSpPr>
            <a:spLocks noGrp="1"/>
          </p:cNvSpPr>
          <p:nvPr>
            <p:ph type="title"/>
          </p:nvPr>
        </p:nvSpPr>
        <p:spPr/>
        <p:txBody>
          <a:bodyPr>
            <a:normAutofit fontScale="90000"/>
          </a:bodyPr>
          <a:lstStyle/>
          <a:p>
            <a:r>
              <a:rPr lang="en-US" dirty="0"/>
              <a:t>What are the different energy generation sources?	</a:t>
            </a:r>
            <a:endParaRPr lang="en-IN" dirty="0"/>
          </a:p>
        </p:txBody>
      </p:sp>
      <p:sp>
        <p:nvSpPr>
          <p:cNvPr id="3" name="Content Placeholder 2">
            <a:extLst>
              <a:ext uri="{FF2B5EF4-FFF2-40B4-BE49-F238E27FC236}">
                <a16:creationId xmlns:a16="http://schemas.microsoft.com/office/drawing/2014/main" id="{1E250616-F6CA-6D9D-0300-7150613BA91A}"/>
              </a:ext>
            </a:extLst>
          </p:cNvPr>
          <p:cNvSpPr>
            <a:spLocks noGrp="1"/>
          </p:cNvSpPr>
          <p:nvPr>
            <p:ph idx="1"/>
          </p:nvPr>
        </p:nvSpPr>
        <p:spPr/>
        <p:txBody>
          <a:bodyPr/>
          <a:lstStyle/>
          <a:p>
            <a:r>
              <a:rPr lang="en-US" sz="2000" b="0" i="0" dirty="0">
                <a:effectLst/>
                <a:latin typeface="system-ui"/>
              </a:rPr>
              <a:t>Generation sources include natural gas plants, wind farms, solar farms, hydro-electric facilities, biomass, cogeneration facilities and coal plants (which are undergoing phase out)</a:t>
            </a:r>
          </a:p>
          <a:p>
            <a:endParaRPr lang="en-US" sz="2400" dirty="0">
              <a:latin typeface="system-ui"/>
            </a:endParaRPr>
          </a:p>
          <a:p>
            <a:pPr marL="0" indent="0">
              <a:buNone/>
            </a:pPr>
            <a:endParaRPr lang="en-US" sz="2400" b="0" i="0" dirty="0">
              <a:effectLst/>
              <a:latin typeface="system-ui"/>
            </a:endParaRPr>
          </a:p>
          <a:p>
            <a:r>
              <a:rPr lang="en-US" sz="2000" dirty="0">
                <a:latin typeface="system-ui"/>
              </a:rPr>
              <a:t>Although the coal plants are </a:t>
            </a:r>
          </a:p>
          <a:p>
            <a:pPr marL="0" indent="0">
              <a:buNone/>
            </a:pPr>
            <a:r>
              <a:rPr lang="en-US" sz="2000" b="0" i="0" dirty="0">
                <a:effectLst/>
                <a:latin typeface="system-ui"/>
              </a:rPr>
              <a:t>   being phased out, they still </a:t>
            </a:r>
          </a:p>
          <a:p>
            <a:pPr marL="0" indent="0">
              <a:buNone/>
            </a:pPr>
            <a:r>
              <a:rPr lang="en-US" sz="2000" b="0" i="0" dirty="0">
                <a:effectLst/>
                <a:latin typeface="system-ui"/>
              </a:rPr>
              <a:t>   lead i</a:t>
            </a:r>
            <a:r>
              <a:rPr lang="en-US" sz="2000" dirty="0">
                <a:latin typeface="system-ui"/>
              </a:rPr>
              <a:t>n generation of energy</a:t>
            </a:r>
          </a:p>
          <a:p>
            <a:pPr marL="0" indent="0">
              <a:buNone/>
            </a:pPr>
            <a:endParaRPr lang="en-US" sz="2400" b="0" i="0" dirty="0">
              <a:effectLst/>
              <a:latin typeface="system-ui"/>
            </a:endParaRPr>
          </a:p>
          <a:p>
            <a:endParaRPr lang="en-IN" sz="2400" dirty="0"/>
          </a:p>
        </p:txBody>
      </p:sp>
      <p:sp>
        <p:nvSpPr>
          <p:cNvPr id="4" name="Slide Number Placeholder 3">
            <a:extLst>
              <a:ext uri="{FF2B5EF4-FFF2-40B4-BE49-F238E27FC236}">
                <a16:creationId xmlns:a16="http://schemas.microsoft.com/office/drawing/2014/main" id="{CB58AD21-9246-FAED-ABF6-D4A8CF6E3127}"/>
              </a:ext>
            </a:extLst>
          </p:cNvPr>
          <p:cNvSpPr>
            <a:spLocks noGrp="1"/>
          </p:cNvSpPr>
          <p:nvPr>
            <p:ph type="sldNum" sz="quarter" idx="12"/>
          </p:nvPr>
        </p:nvSpPr>
        <p:spPr/>
        <p:txBody>
          <a:bodyPr/>
          <a:lstStyle/>
          <a:p>
            <a:fld id="{5C35FCF4-C3EF-BD43-82E0-05BC237DAD2A}" type="slidenum">
              <a:rPr lang="en-US" smtClean="0"/>
              <a:pPr/>
              <a:t>5</a:t>
            </a:fld>
            <a:endParaRPr lang="en-US" dirty="0"/>
          </a:p>
        </p:txBody>
      </p:sp>
      <p:pic>
        <p:nvPicPr>
          <p:cNvPr id="6" name="Picture 5">
            <a:extLst>
              <a:ext uri="{FF2B5EF4-FFF2-40B4-BE49-F238E27FC236}">
                <a16:creationId xmlns:a16="http://schemas.microsoft.com/office/drawing/2014/main" id="{E26CBA1E-2129-D2D7-354E-B052DC5EE1E9}"/>
              </a:ext>
            </a:extLst>
          </p:cNvPr>
          <p:cNvPicPr>
            <a:picLocks noChangeAspect="1"/>
          </p:cNvPicPr>
          <p:nvPr/>
        </p:nvPicPr>
        <p:blipFill>
          <a:blip r:embed="rId2"/>
          <a:stretch>
            <a:fillRect/>
          </a:stretch>
        </p:blipFill>
        <p:spPr>
          <a:xfrm>
            <a:off x="4589417" y="2905743"/>
            <a:ext cx="6601097" cy="3228958"/>
          </a:xfrm>
          <a:prstGeom prst="rect">
            <a:avLst/>
          </a:prstGeom>
        </p:spPr>
      </p:pic>
    </p:spTree>
    <p:extLst>
      <p:ext uri="{BB962C8B-B14F-4D97-AF65-F5344CB8AC3E}">
        <p14:creationId xmlns:p14="http://schemas.microsoft.com/office/powerpoint/2010/main" val="69153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58A0-C0D0-59C3-469C-A33F5AAA8312}"/>
              </a:ext>
            </a:extLst>
          </p:cNvPr>
          <p:cNvSpPr>
            <a:spLocks noGrp="1"/>
          </p:cNvSpPr>
          <p:nvPr>
            <p:ph type="title"/>
          </p:nvPr>
        </p:nvSpPr>
        <p:spPr/>
        <p:txBody>
          <a:bodyPr/>
          <a:lstStyle/>
          <a:p>
            <a:r>
              <a:rPr lang="en-US" dirty="0"/>
              <a:t>The Datasets</a:t>
            </a:r>
            <a:endParaRPr lang="en-IN" dirty="0"/>
          </a:p>
        </p:txBody>
      </p:sp>
      <p:sp>
        <p:nvSpPr>
          <p:cNvPr id="3" name="Content Placeholder 2">
            <a:extLst>
              <a:ext uri="{FF2B5EF4-FFF2-40B4-BE49-F238E27FC236}">
                <a16:creationId xmlns:a16="http://schemas.microsoft.com/office/drawing/2014/main" id="{6E1284D0-56B0-247B-E853-9F755AF7D4FD}"/>
              </a:ext>
            </a:extLst>
          </p:cNvPr>
          <p:cNvSpPr>
            <a:spLocks noGrp="1"/>
          </p:cNvSpPr>
          <p:nvPr>
            <p:ph idx="1"/>
          </p:nvPr>
        </p:nvSpPr>
        <p:spPr/>
        <p:txBody>
          <a:bodyPr/>
          <a:lstStyle/>
          <a:p>
            <a:pPr marL="0" indent="0">
              <a:buNone/>
            </a:pPr>
            <a:endParaRPr lang="en-US" dirty="0"/>
          </a:p>
          <a:p>
            <a:endParaRPr lang="en-IN" dirty="0"/>
          </a:p>
        </p:txBody>
      </p:sp>
      <p:sp>
        <p:nvSpPr>
          <p:cNvPr id="4" name="Slide Number Placeholder 3">
            <a:extLst>
              <a:ext uri="{FF2B5EF4-FFF2-40B4-BE49-F238E27FC236}">
                <a16:creationId xmlns:a16="http://schemas.microsoft.com/office/drawing/2014/main" id="{C6A15AAA-0CD0-F9C6-7C80-DC730EB0A004}"/>
              </a:ext>
            </a:extLst>
          </p:cNvPr>
          <p:cNvSpPr>
            <a:spLocks noGrp="1"/>
          </p:cNvSpPr>
          <p:nvPr>
            <p:ph type="sldNum" sz="quarter" idx="12"/>
          </p:nvPr>
        </p:nvSpPr>
        <p:spPr/>
        <p:txBody>
          <a:bodyPr/>
          <a:lstStyle/>
          <a:p>
            <a:fld id="{5C35FCF4-C3EF-BD43-82E0-05BC237DAD2A}" type="slidenum">
              <a:rPr lang="en-US" smtClean="0"/>
              <a:pPr/>
              <a:t>6</a:t>
            </a:fld>
            <a:endParaRPr lang="en-US" dirty="0"/>
          </a:p>
        </p:txBody>
      </p:sp>
      <p:graphicFrame>
        <p:nvGraphicFramePr>
          <p:cNvPr id="7" name="Diagram 6">
            <a:extLst>
              <a:ext uri="{FF2B5EF4-FFF2-40B4-BE49-F238E27FC236}">
                <a16:creationId xmlns:a16="http://schemas.microsoft.com/office/drawing/2014/main" id="{84D7C596-CBB8-AF14-38B2-574468B34F80}"/>
              </a:ext>
            </a:extLst>
          </p:cNvPr>
          <p:cNvGraphicFramePr/>
          <p:nvPr>
            <p:extLst>
              <p:ext uri="{D42A27DB-BD31-4B8C-83A1-F6EECF244321}">
                <p14:modId xmlns:p14="http://schemas.microsoft.com/office/powerpoint/2010/main" val="3008081401"/>
              </p:ext>
            </p:extLst>
          </p:nvPr>
        </p:nvGraphicFramePr>
        <p:xfrm>
          <a:off x="2032000" y="1628503"/>
          <a:ext cx="7216503" cy="4509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567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03D7B7-61CF-4E04-321E-7E750ADD5AC6}"/>
              </a:ext>
            </a:extLst>
          </p:cNvPr>
          <p:cNvSpPr>
            <a:spLocks noGrp="1"/>
          </p:cNvSpPr>
          <p:nvPr>
            <p:ph idx="1"/>
          </p:nvPr>
        </p:nvSpPr>
        <p:spPr>
          <a:xfrm>
            <a:off x="562628" y="583475"/>
            <a:ext cx="9724372" cy="5305390"/>
          </a:xfrm>
        </p:spPr>
        <p:txBody>
          <a:bodyPr/>
          <a:lstStyle/>
          <a:p>
            <a:r>
              <a:rPr lang="en-US" sz="2400" dirty="0"/>
              <a:t>There are total of 5 datasets:  Demand, temperature, gas price, generation and price.</a:t>
            </a:r>
          </a:p>
          <a:p>
            <a:pPr marL="457200" indent="-457200">
              <a:buFont typeface="+mj-lt"/>
              <a:buAutoNum type="arabicPeriod"/>
            </a:pPr>
            <a:r>
              <a:rPr lang="en-US" sz="2400" dirty="0"/>
              <a:t>Demand Dataset - The demand datasets consists of Alberta’s internal load/Demand consisting of the total hourly demand in MW for the entire Province combined with spot price and gas price</a:t>
            </a:r>
          </a:p>
          <a:p>
            <a:r>
              <a:rPr lang="en-US" sz="2400" dirty="0"/>
              <a:t>Visualizing the demand vs price, we can obtain an understanding of how an increase population increases the price</a:t>
            </a:r>
            <a:endParaRPr lang="en-IN" sz="2400" dirty="0"/>
          </a:p>
        </p:txBody>
      </p:sp>
      <p:sp>
        <p:nvSpPr>
          <p:cNvPr id="4" name="Slide Number Placeholder 3">
            <a:extLst>
              <a:ext uri="{FF2B5EF4-FFF2-40B4-BE49-F238E27FC236}">
                <a16:creationId xmlns:a16="http://schemas.microsoft.com/office/drawing/2014/main" id="{684F2A64-15ED-FE2A-F9A7-D98DC7CB7165}"/>
              </a:ext>
            </a:extLst>
          </p:cNvPr>
          <p:cNvSpPr>
            <a:spLocks noGrp="1"/>
          </p:cNvSpPr>
          <p:nvPr>
            <p:ph type="sldNum" sz="quarter" idx="12"/>
          </p:nvPr>
        </p:nvSpPr>
        <p:spPr/>
        <p:txBody>
          <a:bodyPr/>
          <a:lstStyle/>
          <a:p>
            <a:fld id="{5C35FCF4-C3EF-BD43-82E0-05BC237DAD2A}" type="slidenum">
              <a:rPr lang="en-US" smtClean="0"/>
              <a:pPr/>
              <a:t>7</a:t>
            </a:fld>
            <a:endParaRPr lang="en-US" dirty="0"/>
          </a:p>
        </p:txBody>
      </p:sp>
      <p:pic>
        <p:nvPicPr>
          <p:cNvPr id="5" name="Graphic 4" descr="Business Growth with solid fill">
            <a:extLst>
              <a:ext uri="{FF2B5EF4-FFF2-40B4-BE49-F238E27FC236}">
                <a16:creationId xmlns:a16="http://schemas.microsoft.com/office/drawing/2014/main" id="{A11FA293-6C58-A6C9-9C0E-EFDD9A2AE4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3063" y="3866023"/>
            <a:ext cx="2094690" cy="2094690"/>
          </a:xfrm>
          <a:prstGeom prst="rect">
            <a:avLst/>
          </a:prstGeom>
        </p:spPr>
      </p:pic>
      <p:pic>
        <p:nvPicPr>
          <p:cNvPr id="7" name="Picture 6">
            <a:extLst>
              <a:ext uri="{FF2B5EF4-FFF2-40B4-BE49-F238E27FC236}">
                <a16:creationId xmlns:a16="http://schemas.microsoft.com/office/drawing/2014/main" id="{9F202C17-CA81-9901-42FE-FFF1A8A449CD}"/>
              </a:ext>
            </a:extLst>
          </p:cNvPr>
          <p:cNvPicPr>
            <a:picLocks noChangeAspect="1"/>
          </p:cNvPicPr>
          <p:nvPr/>
        </p:nvPicPr>
        <p:blipFill>
          <a:blip r:embed="rId4"/>
          <a:stretch>
            <a:fillRect/>
          </a:stretch>
        </p:blipFill>
        <p:spPr>
          <a:xfrm>
            <a:off x="3759093" y="3505284"/>
            <a:ext cx="4217588" cy="2769241"/>
          </a:xfrm>
          <a:prstGeom prst="rect">
            <a:avLst/>
          </a:prstGeom>
        </p:spPr>
      </p:pic>
    </p:spTree>
    <p:extLst>
      <p:ext uri="{BB962C8B-B14F-4D97-AF65-F5344CB8AC3E}">
        <p14:creationId xmlns:p14="http://schemas.microsoft.com/office/powerpoint/2010/main" val="2990006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CC814-B9B7-CAF1-D217-814886060297}"/>
              </a:ext>
            </a:extLst>
          </p:cNvPr>
          <p:cNvSpPr>
            <a:spLocks noGrp="1"/>
          </p:cNvSpPr>
          <p:nvPr>
            <p:ph idx="1"/>
          </p:nvPr>
        </p:nvSpPr>
        <p:spPr>
          <a:xfrm>
            <a:off x="0" y="252549"/>
            <a:ext cx="8715983" cy="5895332"/>
          </a:xfrm>
        </p:spPr>
        <p:txBody>
          <a:bodyPr/>
          <a:lstStyle/>
          <a:p>
            <a:pPr marL="0" indent="0">
              <a:buNone/>
            </a:pPr>
            <a:r>
              <a:rPr lang="en-US" sz="2400" dirty="0">
                <a:solidFill>
                  <a:schemeClr val="accent1">
                    <a:lumMod val="75000"/>
                  </a:schemeClr>
                </a:solidFill>
              </a:rPr>
              <a:t>2</a:t>
            </a:r>
            <a:r>
              <a:rPr lang="en-US" sz="2400" dirty="0"/>
              <a:t>.  Temperature dataset – The temperature</a:t>
            </a:r>
          </a:p>
          <a:p>
            <a:pPr marL="0" indent="0">
              <a:buNone/>
            </a:pPr>
            <a:r>
              <a:rPr lang="en-US" sz="2400" dirty="0"/>
              <a:t>dataset consists of the electricity generated vs </a:t>
            </a:r>
          </a:p>
          <a:p>
            <a:pPr marL="0" indent="0">
              <a:buNone/>
            </a:pPr>
            <a:r>
              <a:rPr lang="en-US" sz="2400" dirty="0"/>
              <a:t>the temperature</a:t>
            </a:r>
          </a:p>
          <a:p>
            <a:r>
              <a:rPr lang="en-US" sz="2400" dirty="0"/>
              <a:t>We can obtain an understanding of how the </a:t>
            </a:r>
          </a:p>
          <a:p>
            <a:pPr marL="0" indent="0">
              <a:buNone/>
            </a:pPr>
            <a:r>
              <a:rPr lang="en-US" sz="2400" dirty="0"/>
              <a:t>rise/fall in temperature increases the</a:t>
            </a:r>
          </a:p>
          <a:p>
            <a:pPr marL="0" indent="0">
              <a:buNone/>
            </a:pPr>
            <a:r>
              <a:rPr lang="en-US" sz="2400" dirty="0"/>
              <a:t>electricity generated/demand</a:t>
            </a:r>
          </a:p>
          <a:p>
            <a:endParaRPr lang="en-US" sz="2400" dirty="0"/>
          </a:p>
          <a:p>
            <a:pPr marL="0" indent="0">
              <a:buNone/>
            </a:pPr>
            <a:r>
              <a:rPr lang="en-US" sz="2400" dirty="0">
                <a:solidFill>
                  <a:schemeClr val="accent1">
                    <a:lumMod val="75000"/>
                  </a:schemeClr>
                </a:solidFill>
              </a:rPr>
              <a:t>3. </a:t>
            </a:r>
            <a:r>
              <a:rPr lang="en-US" sz="2400" dirty="0"/>
              <a:t>Gas Price – Cogeneration has been the source</a:t>
            </a:r>
          </a:p>
          <a:p>
            <a:pPr marL="0" indent="0">
              <a:buNone/>
            </a:pPr>
            <a:r>
              <a:rPr lang="en-US" sz="2400" dirty="0"/>
              <a:t>with the highest electricity generated</a:t>
            </a:r>
          </a:p>
          <a:p>
            <a:r>
              <a:rPr lang="en-US" sz="2400" dirty="0"/>
              <a:t>Gas price will place an important role in predicting </a:t>
            </a:r>
          </a:p>
          <a:p>
            <a:pPr marL="0" indent="0">
              <a:buNone/>
            </a:pPr>
            <a:r>
              <a:rPr lang="en-US" sz="2400" dirty="0"/>
              <a:t>the spot price , due to cogeneration</a:t>
            </a:r>
          </a:p>
          <a:p>
            <a:pPr marL="0" indent="0">
              <a:buNone/>
            </a:pPr>
            <a:endParaRPr lang="en-US" sz="2400" dirty="0"/>
          </a:p>
          <a:p>
            <a:endParaRPr lang="en-IN" sz="2400" dirty="0"/>
          </a:p>
        </p:txBody>
      </p:sp>
      <p:sp>
        <p:nvSpPr>
          <p:cNvPr id="4" name="Slide Number Placeholder 3">
            <a:extLst>
              <a:ext uri="{FF2B5EF4-FFF2-40B4-BE49-F238E27FC236}">
                <a16:creationId xmlns:a16="http://schemas.microsoft.com/office/drawing/2014/main" id="{47C10DD6-CA8F-9455-74D0-CF686615787C}"/>
              </a:ext>
            </a:extLst>
          </p:cNvPr>
          <p:cNvSpPr>
            <a:spLocks noGrp="1"/>
          </p:cNvSpPr>
          <p:nvPr>
            <p:ph type="sldNum" sz="quarter" idx="12"/>
          </p:nvPr>
        </p:nvSpPr>
        <p:spPr/>
        <p:txBody>
          <a:bodyPr/>
          <a:lstStyle/>
          <a:p>
            <a:fld id="{5C35FCF4-C3EF-BD43-82E0-05BC237DAD2A}" type="slidenum">
              <a:rPr lang="en-US" smtClean="0"/>
              <a:pPr/>
              <a:t>8</a:t>
            </a:fld>
            <a:endParaRPr lang="en-US" dirty="0"/>
          </a:p>
        </p:txBody>
      </p:sp>
      <p:pic>
        <p:nvPicPr>
          <p:cNvPr id="5" name="Picture 4">
            <a:extLst>
              <a:ext uri="{FF2B5EF4-FFF2-40B4-BE49-F238E27FC236}">
                <a16:creationId xmlns:a16="http://schemas.microsoft.com/office/drawing/2014/main" id="{8AFCF6B0-0FCB-6739-E346-BB537C9407DB}"/>
              </a:ext>
            </a:extLst>
          </p:cNvPr>
          <p:cNvPicPr>
            <a:picLocks noChangeAspect="1"/>
          </p:cNvPicPr>
          <p:nvPr/>
        </p:nvPicPr>
        <p:blipFill>
          <a:blip r:embed="rId2"/>
          <a:stretch>
            <a:fillRect/>
          </a:stretch>
        </p:blipFill>
        <p:spPr>
          <a:xfrm>
            <a:off x="6756032" y="3310753"/>
            <a:ext cx="4106746" cy="1996393"/>
          </a:xfrm>
          <a:prstGeom prst="rect">
            <a:avLst/>
          </a:prstGeom>
        </p:spPr>
      </p:pic>
      <p:pic>
        <p:nvPicPr>
          <p:cNvPr id="7" name="Graphic 6" descr="Dollar outline">
            <a:extLst>
              <a:ext uri="{FF2B5EF4-FFF2-40B4-BE49-F238E27FC236}">
                <a16:creationId xmlns:a16="http://schemas.microsoft.com/office/drawing/2014/main" id="{59B6CF66-00AB-911F-6F8B-211212863E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6911" y="3759741"/>
            <a:ext cx="914400" cy="914400"/>
          </a:xfrm>
          <a:prstGeom prst="rect">
            <a:avLst/>
          </a:prstGeom>
        </p:spPr>
      </p:pic>
      <p:pic>
        <p:nvPicPr>
          <p:cNvPr id="9" name="Picture 8">
            <a:extLst>
              <a:ext uri="{FF2B5EF4-FFF2-40B4-BE49-F238E27FC236}">
                <a16:creationId xmlns:a16="http://schemas.microsoft.com/office/drawing/2014/main" id="{D2F88250-620C-96D1-8862-8E98825FE62C}"/>
              </a:ext>
            </a:extLst>
          </p:cNvPr>
          <p:cNvPicPr>
            <a:picLocks noChangeAspect="1"/>
          </p:cNvPicPr>
          <p:nvPr/>
        </p:nvPicPr>
        <p:blipFill>
          <a:blip r:embed="rId5"/>
          <a:stretch>
            <a:fillRect/>
          </a:stretch>
        </p:blipFill>
        <p:spPr>
          <a:xfrm>
            <a:off x="6745613" y="432173"/>
            <a:ext cx="3772414" cy="2237362"/>
          </a:xfrm>
          <a:prstGeom prst="rect">
            <a:avLst/>
          </a:prstGeom>
        </p:spPr>
      </p:pic>
      <p:pic>
        <p:nvPicPr>
          <p:cNvPr id="11" name="Graphic 10" descr="High temperature with solid fill">
            <a:extLst>
              <a:ext uri="{FF2B5EF4-FFF2-40B4-BE49-F238E27FC236}">
                <a16:creationId xmlns:a16="http://schemas.microsoft.com/office/drawing/2014/main" id="{251C15EC-B87D-3C04-7BC6-7BB468F6719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06911" y="1378138"/>
            <a:ext cx="914400" cy="914400"/>
          </a:xfrm>
          <a:prstGeom prst="rect">
            <a:avLst/>
          </a:prstGeom>
        </p:spPr>
      </p:pic>
    </p:spTree>
    <p:extLst>
      <p:ext uri="{BB962C8B-B14F-4D97-AF65-F5344CB8AC3E}">
        <p14:creationId xmlns:p14="http://schemas.microsoft.com/office/powerpoint/2010/main" val="300444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499FD7-70C6-AA1D-B99C-FA2E6159665F}"/>
              </a:ext>
            </a:extLst>
          </p:cNvPr>
          <p:cNvSpPr>
            <a:spLocks noGrp="1"/>
          </p:cNvSpPr>
          <p:nvPr>
            <p:ph idx="1"/>
          </p:nvPr>
        </p:nvSpPr>
        <p:spPr>
          <a:xfrm>
            <a:off x="562628" y="583661"/>
            <a:ext cx="9724372" cy="5305204"/>
          </a:xfrm>
        </p:spPr>
        <p:txBody>
          <a:bodyPr/>
          <a:lstStyle/>
          <a:p>
            <a:pPr marL="0" indent="0">
              <a:buNone/>
            </a:pPr>
            <a:r>
              <a:rPr lang="en-US" dirty="0">
                <a:solidFill>
                  <a:schemeClr val="accent1">
                    <a:lumMod val="75000"/>
                  </a:schemeClr>
                </a:solidFill>
              </a:rPr>
              <a:t>4</a:t>
            </a:r>
            <a:r>
              <a:rPr lang="en-US" sz="2800" dirty="0">
                <a:solidFill>
                  <a:schemeClr val="accent1">
                    <a:lumMod val="75000"/>
                  </a:schemeClr>
                </a:solidFill>
              </a:rPr>
              <a:t>. </a:t>
            </a:r>
            <a:r>
              <a:rPr lang="en-IN" sz="2400" dirty="0"/>
              <a:t>Generation – The generation </a:t>
            </a:r>
          </a:p>
          <a:p>
            <a:pPr marL="0" indent="0">
              <a:buNone/>
            </a:pPr>
            <a:r>
              <a:rPr lang="en-IN" sz="2400" dirty="0"/>
              <a:t>of electricity will play a role in </a:t>
            </a:r>
          </a:p>
          <a:p>
            <a:pPr marL="0" indent="0">
              <a:buNone/>
            </a:pPr>
            <a:r>
              <a:rPr lang="en-IN" sz="2400" dirty="0"/>
              <a:t>determining the spot price</a:t>
            </a:r>
          </a:p>
          <a:p>
            <a:pPr marL="0" indent="0">
              <a:buNone/>
            </a:pPr>
            <a:endParaRPr lang="en-IN" sz="2400" dirty="0"/>
          </a:p>
          <a:p>
            <a:r>
              <a:rPr lang="en-IN" sz="2400" dirty="0"/>
              <a:t>There is a strong correlation</a:t>
            </a:r>
          </a:p>
          <a:p>
            <a:pPr marL="0" indent="0">
              <a:buNone/>
            </a:pPr>
            <a:r>
              <a:rPr lang="en-IN" sz="2400" dirty="0"/>
              <a:t>between the demand and the </a:t>
            </a:r>
          </a:p>
          <a:p>
            <a:pPr marL="0" indent="0">
              <a:buNone/>
            </a:pPr>
            <a:r>
              <a:rPr lang="en-IN" sz="2400" dirty="0"/>
              <a:t>generation</a:t>
            </a:r>
          </a:p>
          <a:p>
            <a:endParaRPr lang="en-IN" sz="2400" dirty="0"/>
          </a:p>
          <a:p>
            <a:r>
              <a:rPr lang="en-IN" sz="2400" dirty="0"/>
              <a:t>We can understand the impact</a:t>
            </a:r>
          </a:p>
          <a:p>
            <a:pPr marL="0" indent="0">
              <a:buNone/>
            </a:pPr>
            <a:r>
              <a:rPr lang="en-IN" sz="2400" dirty="0"/>
              <a:t>of the price by visualizing the </a:t>
            </a:r>
          </a:p>
          <a:p>
            <a:pPr marL="0" indent="0">
              <a:buNone/>
            </a:pPr>
            <a:r>
              <a:rPr lang="en-IN" sz="2400" dirty="0"/>
              <a:t>generation vs price data </a:t>
            </a:r>
          </a:p>
          <a:p>
            <a:endParaRPr lang="en-IN" dirty="0"/>
          </a:p>
        </p:txBody>
      </p:sp>
      <p:sp>
        <p:nvSpPr>
          <p:cNvPr id="4" name="Slide Number Placeholder 3">
            <a:extLst>
              <a:ext uri="{FF2B5EF4-FFF2-40B4-BE49-F238E27FC236}">
                <a16:creationId xmlns:a16="http://schemas.microsoft.com/office/drawing/2014/main" id="{8896F38D-9919-5C8B-F9CC-78759C5056E6}"/>
              </a:ext>
            </a:extLst>
          </p:cNvPr>
          <p:cNvSpPr>
            <a:spLocks noGrp="1"/>
          </p:cNvSpPr>
          <p:nvPr>
            <p:ph type="sldNum" sz="quarter" idx="12"/>
          </p:nvPr>
        </p:nvSpPr>
        <p:spPr/>
        <p:txBody>
          <a:bodyPr/>
          <a:lstStyle/>
          <a:p>
            <a:fld id="{5C35FCF4-C3EF-BD43-82E0-05BC237DAD2A}" type="slidenum">
              <a:rPr lang="en-US" smtClean="0"/>
              <a:pPr/>
              <a:t>9</a:t>
            </a:fld>
            <a:endParaRPr lang="en-US" dirty="0"/>
          </a:p>
        </p:txBody>
      </p:sp>
      <p:pic>
        <p:nvPicPr>
          <p:cNvPr id="6" name="Picture 5">
            <a:extLst>
              <a:ext uri="{FF2B5EF4-FFF2-40B4-BE49-F238E27FC236}">
                <a16:creationId xmlns:a16="http://schemas.microsoft.com/office/drawing/2014/main" id="{5E1DA897-0E64-79AE-A234-36E17FD9E8D7}"/>
              </a:ext>
            </a:extLst>
          </p:cNvPr>
          <p:cNvPicPr>
            <a:picLocks noChangeAspect="1"/>
          </p:cNvPicPr>
          <p:nvPr/>
        </p:nvPicPr>
        <p:blipFill>
          <a:blip r:embed="rId2"/>
          <a:stretch>
            <a:fillRect/>
          </a:stretch>
        </p:blipFill>
        <p:spPr>
          <a:xfrm>
            <a:off x="5496023" y="969135"/>
            <a:ext cx="4925776" cy="2902474"/>
          </a:xfrm>
          <a:prstGeom prst="rect">
            <a:avLst/>
          </a:prstGeom>
        </p:spPr>
      </p:pic>
      <p:pic>
        <p:nvPicPr>
          <p:cNvPr id="8" name="Graphic 7" descr="Upward trend with solid fill">
            <a:extLst>
              <a:ext uri="{FF2B5EF4-FFF2-40B4-BE49-F238E27FC236}">
                <a16:creationId xmlns:a16="http://schemas.microsoft.com/office/drawing/2014/main" id="{FD19E575-71D7-1B08-1ADC-D9FE148681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6596" y="1867710"/>
            <a:ext cx="1094362" cy="1094362"/>
          </a:xfrm>
          <a:prstGeom prst="rect">
            <a:avLst/>
          </a:prstGeom>
        </p:spPr>
      </p:pic>
    </p:spTree>
    <p:extLst>
      <p:ext uri="{BB962C8B-B14F-4D97-AF65-F5344CB8AC3E}">
        <p14:creationId xmlns:p14="http://schemas.microsoft.com/office/powerpoint/2010/main" val="1620598711"/>
      </p:ext>
    </p:extLst>
  </p:cSld>
  <p:clrMapOvr>
    <a:masterClrMapping/>
  </p:clrMapOvr>
</p:sld>
</file>

<file path=ppt/theme/theme1.xml><?xml version="1.0" encoding="utf-8"?>
<a:theme xmlns:a="http://schemas.openxmlformats.org/drawingml/2006/main" name="Office Theme">
  <a:themeElements>
    <a:clrScheme name="UCalgary 2">
      <a:dk1>
        <a:srgbClr val="000000"/>
      </a:dk1>
      <a:lt1>
        <a:srgbClr val="FFFFFF"/>
      </a:lt1>
      <a:dk2>
        <a:srgbClr val="8C857B"/>
      </a:dk2>
      <a:lt2>
        <a:srgbClr val="C3BFB6"/>
      </a:lt2>
      <a:accent1>
        <a:srgbClr val="EE2C2A"/>
      </a:accent1>
      <a:accent2>
        <a:srgbClr val="FFA300"/>
      </a:accent2>
      <a:accent3>
        <a:srgbClr val="FF671F"/>
      </a:accent3>
      <a:accent4>
        <a:srgbClr val="46A67B"/>
      </a:accent4>
      <a:accent5>
        <a:srgbClr val="EC0971"/>
      </a:accent5>
      <a:accent6>
        <a:srgbClr val="9C0533"/>
      </a:accent6>
      <a:hlink>
        <a:srgbClr val="D6001C"/>
      </a:hlink>
      <a:folHlink>
        <a:srgbClr val="8C857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4-BRN-460284-PPT-Template-Optimistic" id="{C689A5C7-CA34-6440-ACE5-60117F3D279F}" vid="{357DDF3C-6B06-FF47-B3F3-6E829915C4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4D9A0FA515564792FEACC70AB1043E" ma:contentTypeVersion="15" ma:contentTypeDescription="Create a new document." ma:contentTypeScope="" ma:versionID="3387522b3212352fc6bbea455d3cfc53">
  <xsd:schema xmlns:xsd="http://www.w3.org/2001/XMLSchema" xmlns:xs="http://www.w3.org/2001/XMLSchema" xmlns:p="http://schemas.microsoft.com/office/2006/metadata/properties" xmlns:ns2="7a4191d5-9b76-4ae3-8401-87ceee92a846" xmlns:ns3="b9b0194d-1e98-4efc-bad5-9450f4bf7a13" targetNamespace="http://schemas.microsoft.com/office/2006/metadata/properties" ma:root="true" ma:fieldsID="e28e2b4de73025e43726d49ef756c6aa" ns2:_="" ns3:_="">
    <xsd:import namespace="7a4191d5-9b76-4ae3-8401-87ceee92a846"/>
    <xsd:import namespace="b9b0194d-1e98-4efc-bad5-9450f4bf7a1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4191d5-9b76-4ae3-8401-87ceee92a84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76da6b-3754-4ea3-9a44-9d844208727a}" ma:internalName="TaxCatchAll" ma:showField="CatchAllData" ma:web="7a4191d5-9b76-4ae3-8401-87ceee92a84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9b0194d-1e98-4efc-bad5-9450f4bf7a1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d23ff3b-8b4b-4ebe-81e4-de565bb03cb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a4191d5-9b76-4ae3-8401-87ceee92a846">
      <UserInfo>
        <DisplayName>Office Of Advancement Visitors</DisplayName>
        <AccountId>4</AccountId>
        <AccountType/>
      </UserInfo>
      <UserInfo>
        <DisplayName>UCalgary Brand</DisplayName>
        <AccountId>15</AccountId>
        <AccountType/>
      </UserInfo>
    </SharedWithUsers>
    <TaxCatchAll xmlns="7a4191d5-9b76-4ae3-8401-87ceee92a846" xsi:nil="true"/>
    <lcf76f155ced4ddcb4097134ff3c332f xmlns="b9b0194d-1e98-4efc-bad5-9450f4bf7a1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FE4E6F-A4E5-40F2-8CE2-36663D7A06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4191d5-9b76-4ae3-8401-87ceee92a846"/>
    <ds:schemaRef ds:uri="b9b0194d-1e98-4efc-bad5-9450f4bf7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6ABDF2-BD05-4010-80BA-3DB41DBF8678}">
  <ds:schemaRefs>
    <ds:schemaRef ds:uri="http://schemas.microsoft.com/office/2006/metadata/properties"/>
    <ds:schemaRef ds:uri="http://schemas.microsoft.com/office/infopath/2007/PartnerControls"/>
    <ds:schemaRef ds:uri="7a4191d5-9b76-4ae3-8401-87ceee92a846"/>
    <ds:schemaRef ds:uri="b9b0194d-1e98-4efc-bad5-9450f4bf7a13"/>
  </ds:schemaRefs>
</ds:datastoreItem>
</file>

<file path=customXml/itemProps3.xml><?xml version="1.0" encoding="utf-8"?>
<ds:datastoreItem xmlns:ds="http://schemas.openxmlformats.org/officeDocument/2006/customXml" ds:itemID="{B1379BBF-6672-4ABD-B16E-D222A38B6B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Colourful</Template>
  <TotalTime>189</TotalTime>
  <Words>595</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system-ui</vt:lpstr>
      <vt:lpstr>Office Theme</vt:lpstr>
      <vt:lpstr>Electricity Production, Use and Price Analysis</vt:lpstr>
      <vt:lpstr>Domain/Background of the data</vt:lpstr>
      <vt:lpstr>Who are the different providers? </vt:lpstr>
      <vt:lpstr>Objective  </vt:lpstr>
      <vt:lpstr>What are the different energy generation sources? </vt:lpstr>
      <vt:lpstr>The Datasets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Gautham Nagaraj</dc:creator>
  <cp:lastModifiedBy>Gautham Nagaraj</cp:lastModifiedBy>
  <cp:revision>1</cp:revision>
  <dcterms:created xsi:type="dcterms:W3CDTF">2025-03-25T15:59:30Z</dcterms:created>
  <dcterms:modified xsi:type="dcterms:W3CDTF">2025-03-25T21:15:04Z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0x010100A14D9A0FA515564792FEACC70AB1043E</vt:lpwstr>
  </property>
  <property fmtid="{D5CDD505-2E9C-101B-9397-08002B2CF9AE}" pid="3" name="Order">
    <vt:r8>20700</vt:r8>
  </property>
</Properties>
</file>